
<file path=[Content_Types].xml><?xml version="1.0" encoding="utf-8"?>
<Types xmlns="http://schemas.openxmlformats.org/package/2006/content-types">
  <Default Extension="emf" ContentType="image/x-emf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Props/app0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openxmlformats.org/package/2006/relationships/metadata/extended-properties" Target="docProps/app0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56" r:id="rId2"/>
    <p:sldId id="302" r:id="rId3"/>
    <p:sldId id="303" r:id="rId4"/>
    <p:sldId id="258" r:id="rId5"/>
    <p:sldId id="259" r:id="rId6"/>
    <p:sldId id="260" r:id="rId7"/>
    <p:sldId id="261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4" r:id="rId19"/>
    <p:sldId id="275" r:id="rId20"/>
    <p:sldId id="276" r:id="rId21"/>
    <p:sldId id="277" r:id="rId22"/>
    <p:sldId id="278" r:id="rId23"/>
    <p:sldId id="257" r:id="rId24"/>
    <p:sldId id="301" r:id="rId25"/>
    <p:sldId id="279" r:id="rId26"/>
    <p:sldId id="280" r:id="rId27"/>
    <p:sldId id="282" r:id="rId28"/>
    <p:sldId id="284" r:id="rId29"/>
    <p:sldId id="285" r:id="rId30"/>
    <p:sldId id="287" r:id="rId31"/>
    <p:sldId id="288" r:id="rId32"/>
    <p:sldId id="289" r:id="rId33"/>
    <p:sldId id="290" r:id="rId34"/>
    <p:sldId id="300" r:id="rId35"/>
    <p:sldId id="299" r:id="rId36"/>
  </p:sldIdLst>
  <p:sldSz cx="9144000" cy="5143500" type="screen16x9"/>
  <p:notesSz cx="6858000" cy="9144000"/>
  <p:defaultTextStyle>
    <a:defPPr>
      <a:defRPr lang="en-US"/>
    </a:defPPr>
    <a:lvl1pPr marL="0" algn="l" defTabSz="1829379" rtl="0" eaLnBrk="1" latinLnBrk="0" hangingPunct="1">
      <a:defRPr sz="3600" kern="1200">
        <a:solidFill>
          <a:schemeClr val="tx1"/>
        </a:solidFill>
        <a:latin typeface="+mn-lt"/>
        <a:ea typeface="+mn-ea"/>
        <a:cs typeface="+mn-cs"/>
      </a:defRPr>
    </a:lvl1pPr>
    <a:lvl2pPr marL="914688" algn="l" defTabSz="1829379" rtl="0" eaLnBrk="1" latinLnBrk="0" hangingPunct="1">
      <a:defRPr sz="3600" kern="1200">
        <a:solidFill>
          <a:schemeClr val="tx1"/>
        </a:solidFill>
        <a:latin typeface="+mn-lt"/>
        <a:ea typeface="+mn-ea"/>
        <a:cs typeface="+mn-cs"/>
      </a:defRPr>
    </a:lvl2pPr>
    <a:lvl3pPr marL="1829379" algn="l" defTabSz="1829379" rtl="0" eaLnBrk="1" latinLnBrk="0" hangingPunct="1">
      <a:defRPr sz="3600" kern="1200">
        <a:solidFill>
          <a:schemeClr val="tx1"/>
        </a:solidFill>
        <a:latin typeface="+mn-lt"/>
        <a:ea typeface="+mn-ea"/>
        <a:cs typeface="+mn-cs"/>
      </a:defRPr>
    </a:lvl3pPr>
    <a:lvl4pPr marL="2744068" algn="l" defTabSz="1829379" rtl="0" eaLnBrk="1" latinLnBrk="0" hangingPunct="1">
      <a:defRPr sz="3600" kern="1200">
        <a:solidFill>
          <a:schemeClr val="tx1"/>
        </a:solidFill>
        <a:latin typeface="+mn-lt"/>
        <a:ea typeface="+mn-ea"/>
        <a:cs typeface="+mn-cs"/>
      </a:defRPr>
    </a:lvl4pPr>
    <a:lvl5pPr marL="3658759" algn="l" defTabSz="1829379" rtl="0" eaLnBrk="1" latinLnBrk="0" hangingPunct="1">
      <a:defRPr sz="3600" kern="1200">
        <a:solidFill>
          <a:schemeClr val="tx1"/>
        </a:solidFill>
        <a:latin typeface="+mn-lt"/>
        <a:ea typeface="+mn-ea"/>
        <a:cs typeface="+mn-cs"/>
      </a:defRPr>
    </a:lvl5pPr>
    <a:lvl6pPr marL="4573447" algn="l" defTabSz="1829379" rtl="0" eaLnBrk="1" latinLnBrk="0" hangingPunct="1">
      <a:defRPr sz="3600" kern="1200">
        <a:solidFill>
          <a:schemeClr val="tx1"/>
        </a:solidFill>
        <a:latin typeface="+mn-lt"/>
        <a:ea typeface="+mn-ea"/>
        <a:cs typeface="+mn-cs"/>
      </a:defRPr>
    </a:lvl6pPr>
    <a:lvl7pPr marL="5488138" algn="l" defTabSz="1829379" rtl="0" eaLnBrk="1" latinLnBrk="0" hangingPunct="1">
      <a:defRPr sz="3600" kern="1200">
        <a:solidFill>
          <a:schemeClr val="tx1"/>
        </a:solidFill>
        <a:latin typeface="+mn-lt"/>
        <a:ea typeface="+mn-ea"/>
        <a:cs typeface="+mn-cs"/>
      </a:defRPr>
    </a:lvl7pPr>
    <a:lvl8pPr marL="6402827" algn="l" defTabSz="1829379" rtl="0" eaLnBrk="1" latinLnBrk="0" hangingPunct="1">
      <a:defRPr sz="3600" kern="1200">
        <a:solidFill>
          <a:schemeClr val="tx1"/>
        </a:solidFill>
        <a:latin typeface="+mn-lt"/>
        <a:ea typeface="+mn-ea"/>
        <a:cs typeface="+mn-cs"/>
      </a:defRPr>
    </a:lvl8pPr>
    <a:lvl9pPr marL="7317518" algn="l" defTabSz="1829379" rtl="0" eaLnBrk="1" latinLnBrk="0" hangingPunct="1">
      <a:defRPr sz="36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F62F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D113A9D2-9D6B-4929-AA2D-F23B5EE8CBE7}" styleName="Themed Style 2 - Accent 1">
    <a:tblBg>
      <a:fillRef idx="3">
        <a:schemeClr val="accent1"/>
      </a:fillRef>
      <a:effectRef idx="3">
        <a:schemeClr val="accent1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1">
                <a:tint val="50000"/>
              </a:schemeClr>
            </a:lnRef>
          </a:left>
          <a:right>
            <a:lnRef idx="1">
              <a:schemeClr val="accent1">
                <a:tint val="50000"/>
              </a:schemeClr>
            </a:lnRef>
          </a:right>
          <a:top>
            <a:lnRef idx="1">
              <a:schemeClr val="accent1">
                <a:tint val="50000"/>
              </a:schemeClr>
            </a:lnRef>
          </a:top>
          <a:bottom>
            <a:lnRef idx="1">
              <a:schemeClr val="accent1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43" autoAdjust="0"/>
    <p:restoredTop sz="94694" autoAdjust="0"/>
  </p:normalViewPr>
  <p:slideViewPr>
    <p:cSldViewPr snapToGrid="0" snapToObjects="1">
      <p:cViewPr varScale="1">
        <p:scale>
          <a:sx n="134" d="100"/>
          <a:sy n="134" d="100"/>
        </p:scale>
        <p:origin x="69" y="123"/>
      </p:cViewPr>
      <p:guideLst>
        <p:guide orient="horz" pos="162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heme" Target="theme/theme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, imagery, full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icture Placeholder 4" descr="Place imagery here">
            <a:extLst>
              <a:ext uri="{FF2B5EF4-FFF2-40B4-BE49-F238E27FC236}">
                <a16:creationId xmlns:a16="http://schemas.microsoft.com/office/drawing/2014/main" id="{1808C288-48D2-6025-CC80-934D2327CFEB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0" y="0"/>
            <a:ext cx="9144000" cy="5143500"/>
          </a:xfrm>
          <a:solidFill>
            <a:srgbClr val="E0E0E0"/>
          </a:solidFill>
        </p:spPr>
        <p:txBody>
          <a:bodyPr anchor="ctr"/>
          <a:lstStyle>
            <a:lvl1pPr algn="ctr">
              <a:defRPr>
                <a:solidFill>
                  <a:schemeClr val="accent5"/>
                </a:solidFill>
              </a:defRPr>
            </a:lvl1pPr>
          </a:lstStyle>
          <a:p>
            <a:r>
              <a:rPr lang="en-US" dirty="0"/>
              <a:t>Place imagery here</a:t>
            </a: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4A1924B7-2F11-0A8B-0D68-683508A672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5972" y="116681"/>
            <a:ext cx="4158199" cy="1550727"/>
          </a:xfrm>
        </p:spPr>
        <p:txBody>
          <a:bodyPr lIns="0" tIns="0" rIns="0" bIns="0" anchor="t"/>
          <a:lstStyle>
            <a:lvl1pPr>
              <a:defRPr sz="3150"/>
            </a:lvl1pPr>
          </a:lstStyle>
          <a:p>
            <a:r>
              <a:rPr lang="en-US"/>
              <a:t>Click to edit Master title style</a:t>
            </a:r>
            <a:endParaRPr lang="en-US" dirty="0">
              <a:solidFill>
                <a:srgbClr val="0F62FE"/>
              </a:solidFill>
            </a:endParaRP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A3CD4266-81ED-6B5B-88CC-3AAA2B4B06C5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6071" y="1784090"/>
            <a:ext cx="3132749" cy="342900"/>
          </a:xfrm>
        </p:spPr>
        <p:txBody>
          <a:bodyPr/>
          <a:lstStyle>
            <a:lvl1pPr>
              <a:defRPr sz="1650"/>
            </a:lvl1pPr>
          </a:lstStyle>
          <a:p>
            <a:pPr>
              <a:defRPr/>
            </a:pPr>
            <a:r>
              <a:rPr lang="en-US" sz="1350" dirty="0"/>
              <a:t>Lorem ipsum | Lorem ipsum</a:t>
            </a:r>
            <a:endParaRPr kumimoji="0" lang="en-US" sz="1350" b="0" i="0" u="none" strike="noStrike" kern="0" cap="none" spc="0" normalizeH="0" baseline="0" noProof="0" dirty="0">
              <a:ln>
                <a:noFill/>
              </a:ln>
              <a:solidFill>
                <a:srgbClr val="0F45FD"/>
              </a:solidFill>
              <a:effectLst/>
              <a:uLnTx/>
              <a:uFillTx/>
              <a:latin typeface="+mj-lt"/>
              <a:ea typeface="+mj-ea"/>
              <a:cs typeface="+mj-cs"/>
              <a:sym typeface="IBM Plex Sans Light"/>
            </a:endParaRPr>
          </a:p>
        </p:txBody>
      </p:sp>
      <p:pic>
        <p:nvPicPr>
          <p:cNvPr id="12" name="Picture 11" descr="IBM 8-bar logo">
            <a:extLst>
              <a:ext uri="{FF2B5EF4-FFF2-40B4-BE49-F238E27FC236}">
                <a16:creationId xmlns:a16="http://schemas.microsoft.com/office/drawing/2014/main" id="{A67628BF-4FF3-7694-C040-0B2A649A93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9083" y="4716661"/>
            <a:ext cx="576797" cy="2146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2624810"/>
      </p:ext>
    </p:extLst>
  </p:cSld>
  <p:clrMapOvr>
    <a:masterClrMapping/>
  </p:clrMapOvr>
  <p:transition spd="med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, imager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icture Placeholder 4" descr="Place imagery here">
            <a:extLst>
              <a:ext uri="{FF2B5EF4-FFF2-40B4-BE49-F238E27FC236}">
                <a16:creationId xmlns:a16="http://schemas.microsoft.com/office/drawing/2014/main" id="{1808C288-48D2-6025-CC80-934D2327CFEB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0" y="0"/>
            <a:ext cx="9144000" cy="4573191"/>
          </a:xfrm>
          <a:solidFill>
            <a:srgbClr val="E0E0E0"/>
          </a:solidFill>
        </p:spPr>
        <p:txBody>
          <a:bodyPr anchor="ctr"/>
          <a:lstStyle>
            <a:lvl1pPr algn="ctr">
              <a:defRPr>
                <a:solidFill>
                  <a:schemeClr val="accent5"/>
                </a:solidFill>
              </a:defRPr>
            </a:lvl1pPr>
          </a:lstStyle>
          <a:p>
            <a:r>
              <a:rPr lang="en-US" dirty="0"/>
              <a:t>Place imagery here</a:t>
            </a: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4A1924B7-2F11-0A8B-0D68-683508A672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5972" y="116681"/>
            <a:ext cx="4158199" cy="1550727"/>
          </a:xfrm>
        </p:spPr>
        <p:txBody>
          <a:bodyPr lIns="0" tIns="0" rIns="0" bIns="0" anchor="t"/>
          <a:lstStyle>
            <a:lvl1pPr>
              <a:defRPr sz="3150"/>
            </a:lvl1pPr>
          </a:lstStyle>
          <a:p>
            <a:r>
              <a:rPr lang="en-US"/>
              <a:t>Click to edit Master title style</a:t>
            </a:r>
            <a:endParaRPr lang="en-US" dirty="0">
              <a:solidFill>
                <a:srgbClr val="0F62FE"/>
              </a:solidFill>
            </a:endParaRP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A3CD4266-81ED-6B5B-88CC-3AAA2B4B06C5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6071" y="1784090"/>
            <a:ext cx="3132749" cy="342900"/>
          </a:xfrm>
        </p:spPr>
        <p:txBody>
          <a:bodyPr/>
          <a:lstStyle>
            <a:lvl1pPr>
              <a:defRPr sz="1650"/>
            </a:lvl1pPr>
          </a:lstStyle>
          <a:p>
            <a:pPr>
              <a:defRPr/>
            </a:pPr>
            <a:r>
              <a:rPr lang="en-US" sz="1350" dirty="0"/>
              <a:t>Lorem ipsum | Lorem ipsum</a:t>
            </a:r>
            <a:endParaRPr kumimoji="0" lang="en-US" sz="1350" b="0" i="0" u="none" strike="noStrike" kern="0" cap="none" spc="0" normalizeH="0" baseline="0" noProof="0" dirty="0">
              <a:ln>
                <a:noFill/>
              </a:ln>
              <a:solidFill>
                <a:srgbClr val="0F45FD"/>
              </a:solidFill>
              <a:effectLst/>
              <a:uLnTx/>
              <a:uFillTx/>
              <a:latin typeface="+mj-lt"/>
              <a:ea typeface="+mj-ea"/>
              <a:cs typeface="+mj-cs"/>
              <a:sym typeface="IBM Plex Sans Light"/>
            </a:endParaRPr>
          </a:p>
        </p:txBody>
      </p:sp>
      <p:sp>
        <p:nvSpPr>
          <p:cNvPr id="19" name="Text Placeholder 6">
            <a:extLst>
              <a:ext uri="{FF2B5EF4-FFF2-40B4-BE49-F238E27FC236}">
                <a16:creationId xmlns:a16="http://schemas.microsoft.com/office/drawing/2014/main" id="{6CD8D53F-2949-4CE0-B2D9-B234FDB4962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15972" y="4716662"/>
            <a:ext cx="1853179" cy="214650"/>
          </a:xfrm>
        </p:spPr>
        <p:txBody>
          <a:bodyPr anchor="b"/>
          <a:lstStyle>
            <a:lvl1pPr>
              <a:lnSpc>
                <a:spcPct val="110000"/>
              </a:lnSpc>
              <a:spcBef>
                <a:spcPts val="0"/>
              </a:spcBef>
              <a:defRPr sz="900">
                <a:solidFill>
                  <a:schemeClr val="tx1"/>
                </a:solidFill>
              </a:defRPr>
            </a:lvl1pPr>
            <a:lvl2pPr marL="96012" indent="-96012">
              <a:lnSpc>
                <a:spcPct val="110000"/>
              </a:lnSpc>
              <a:spcBef>
                <a:spcPts val="0"/>
              </a:spcBef>
              <a:defRPr sz="900">
                <a:solidFill>
                  <a:schemeClr val="tx1"/>
                </a:solidFill>
              </a:defRPr>
            </a:lvl2pPr>
            <a:lvl3pPr marL="192024" indent="-96012">
              <a:lnSpc>
                <a:spcPct val="110000"/>
              </a:lnSpc>
              <a:spcBef>
                <a:spcPts val="0"/>
              </a:spcBef>
              <a:defRPr sz="900">
                <a:solidFill>
                  <a:schemeClr val="tx1"/>
                </a:solidFill>
              </a:defRPr>
            </a:lvl3pPr>
            <a:lvl4pPr marL="288036" indent="-96012">
              <a:lnSpc>
                <a:spcPct val="110000"/>
              </a:lnSpc>
              <a:spcBef>
                <a:spcPts val="0"/>
              </a:spcBef>
              <a:defRPr sz="90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pic>
        <p:nvPicPr>
          <p:cNvPr id="12" name="Picture 11" descr="IBM 8-bar logo">
            <a:extLst>
              <a:ext uri="{FF2B5EF4-FFF2-40B4-BE49-F238E27FC236}">
                <a16:creationId xmlns:a16="http://schemas.microsoft.com/office/drawing/2014/main" id="{A67628BF-4FF3-7694-C040-0B2A649A93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9083" y="4716661"/>
            <a:ext cx="576797" cy="2146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8242802"/>
      </p:ext>
    </p:extLst>
  </p:cSld>
  <p:clrMapOvr>
    <a:masterClrMapping/>
  </p:clrMapOvr>
  <p:transition spd="med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1">
            <a:extLst>
              <a:ext uri="{FF2B5EF4-FFF2-40B4-BE49-F238E27FC236}">
                <a16:creationId xmlns:a16="http://schemas.microsoft.com/office/drawing/2014/main" id="{4A1924B7-2F11-0A8B-0D68-683508A6724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15785" y="116681"/>
            <a:ext cx="4158199" cy="967840"/>
          </a:xfrm>
        </p:spPr>
        <p:txBody>
          <a:bodyPr lIns="0" tIns="0" rIns="0" bIns="0" anchor="t"/>
          <a:lstStyle>
            <a:lvl1pPr>
              <a:defRPr sz="2550"/>
            </a:lvl1pPr>
          </a:lstStyle>
          <a:p>
            <a:r>
              <a:rPr lang="en-GB" dirty="0"/>
              <a:t>Agenda</a:t>
            </a:r>
            <a:endParaRPr lang="en-US" dirty="0">
              <a:solidFill>
                <a:srgbClr val="0F62FE"/>
              </a:solidFill>
            </a:endParaRPr>
          </a:p>
        </p:txBody>
      </p:sp>
      <p:pic>
        <p:nvPicPr>
          <p:cNvPr id="12" name="Picture 11" descr="IBM 8-bar logo">
            <a:extLst>
              <a:ext uri="{FF2B5EF4-FFF2-40B4-BE49-F238E27FC236}">
                <a16:creationId xmlns:a16="http://schemas.microsoft.com/office/drawing/2014/main" id="{A67628BF-4FF3-7694-C040-0B2A649A93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9083" y="4716661"/>
            <a:ext cx="576797" cy="214650"/>
          </a:xfrm>
          <a:prstGeom prst="rect">
            <a:avLst/>
          </a:prstGeom>
        </p:spPr>
      </p:pic>
      <p:sp>
        <p:nvSpPr>
          <p:cNvPr id="6" name="Picture Placeholder 10" descr="Place imagery here">
            <a:extLst>
              <a:ext uri="{FF2B5EF4-FFF2-40B4-BE49-F238E27FC236}">
                <a16:creationId xmlns:a16="http://schemas.microsoft.com/office/drawing/2014/main" id="{AE38D290-6029-C9E6-DFF6-A3E1F770A5E5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215785" y="1359851"/>
            <a:ext cx="3221391" cy="3205940"/>
          </a:xfrm>
          <a:solidFill>
            <a:srgbClr val="E0E0E0"/>
          </a:solidFill>
        </p:spPr>
        <p:txBody>
          <a:bodyPr anchor="ctr"/>
          <a:lstStyle>
            <a:lvl1pPr algn="ctr">
              <a:defRPr>
                <a:solidFill>
                  <a:schemeClr val="accent5"/>
                </a:solidFill>
              </a:defRPr>
            </a:lvl1pPr>
          </a:lstStyle>
          <a:p>
            <a:r>
              <a:rPr lang="en-US" dirty="0"/>
              <a:t>Place imagery here</a:t>
            </a:r>
          </a:p>
        </p:txBody>
      </p:sp>
      <p:cxnSp>
        <p:nvCxnSpPr>
          <p:cNvPr id="7" name="Straight Connector 6" descr="Vertical column divider">
            <a:extLst>
              <a:ext uri="{FF2B5EF4-FFF2-40B4-BE49-F238E27FC236}">
                <a16:creationId xmlns:a16="http://schemas.microsoft.com/office/drawing/2014/main" id="{BA756067-CB0F-D043-2A31-4C740E10976F}"/>
              </a:ext>
            </a:extLst>
          </p:cNvPr>
          <p:cNvCxnSpPr>
            <a:cxnSpLocks/>
          </p:cNvCxnSpPr>
          <p:nvPr/>
        </p:nvCxnSpPr>
        <p:spPr bwMode="auto">
          <a:xfrm>
            <a:off x="4571452" y="214096"/>
            <a:ext cx="0" cy="4358834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B2500056-0D63-C061-F847-94674980E76F}"/>
              </a:ext>
            </a:extLst>
          </p:cNvPr>
          <p:cNvSpPr txBox="1"/>
          <p:nvPr/>
        </p:nvSpPr>
        <p:spPr>
          <a:xfrm>
            <a:off x="5804621" y="4768703"/>
            <a:ext cx="0" cy="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0" tIns="0" rIns="0" bIns="0" rtlCol="0">
            <a:noAutofit/>
          </a:bodyPr>
          <a:lstStyle/>
          <a:p>
            <a:pPr marL="166674" indent="-167531" algn="l" defTabSz="914400">
              <a:spcBef>
                <a:spcPts val="1088"/>
              </a:spcBef>
              <a:buSzPct val="100000"/>
              <a:buFontTx/>
              <a:buChar char="–"/>
            </a:pPr>
            <a:endParaRPr lang="en-US" sz="675" kern="0" dirty="0">
              <a:solidFill>
                <a:srgbClr val="000000"/>
              </a:solidFill>
              <a:ea typeface="+mj-ea"/>
              <a:cs typeface="+mj-cs"/>
              <a:sym typeface="IBM Plex Sans Light"/>
            </a:endParaRP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F4737AB1-5B24-6522-4C30-2A1D4993F01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768428" y="116681"/>
            <a:ext cx="4158194" cy="4449110"/>
          </a:xfrm>
        </p:spPr>
        <p:txBody>
          <a:bodyPr/>
          <a:lstStyle>
            <a:lvl1pPr marL="0" marR="0" indent="0" algn="l" defTabSz="914217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lvl1pPr>
          </a:lstStyle>
          <a:p>
            <a:pPr marL="0" marR="0" lvl="0" indent="0" algn="l" defTabSz="914217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5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BM Plex Sans Medm" panose="020B0503050203000203" pitchFamily="34" charset="0"/>
                <a:ea typeface="+mj-ea"/>
                <a:cs typeface="+mj-cs"/>
                <a:sym typeface="IBM Plex Sans Light"/>
              </a:rPr>
              <a:t>01	</a:t>
            </a:r>
          </a:p>
          <a:p>
            <a:pPr marL="0" marR="0" lvl="0" indent="0" algn="l" defTabSz="914217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5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j-lt"/>
                <a:ea typeface="IBM Plex Sans" charset="0"/>
                <a:cs typeface="IBM Plex Sans" charset="0"/>
                <a:sym typeface="IBM Plex Sans Light"/>
              </a:rPr>
              <a:t>Lorem ipsum</a:t>
            </a:r>
          </a:p>
          <a:p>
            <a:pPr marL="0" marR="0" lvl="0" indent="0" algn="l" defTabSz="914217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35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+mj-lt"/>
              <a:ea typeface="IBM Plex Sans" charset="0"/>
              <a:cs typeface="IBM Plex Sans" charset="0"/>
              <a:sym typeface="IBM Plex Sans Light"/>
            </a:endParaRPr>
          </a:p>
          <a:p>
            <a:pPr marL="0" marR="0" lvl="0" indent="0" algn="l" defTabSz="914217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5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BM Plex Sans Medm" panose="020B0503050203000203" pitchFamily="34" charset="0"/>
                <a:ea typeface="+mj-ea"/>
                <a:cs typeface="+mj-cs"/>
                <a:sym typeface="IBM Plex Sans Light"/>
              </a:rPr>
              <a:t>02	</a:t>
            </a:r>
          </a:p>
          <a:p>
            <a:pPr marL="0" marR="0" lvl="0" indent="0" algn="l" defTabSz="914217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5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j-lt"/>
                <a:ea typeface="IBM Plex Sans" charset="0"/>
                <a:cs typeface="IBM Plex Sans" charset="0"/>
                <a:sym typeface="IBM Plex Sans Light"/>
              </a:rPr>
              <a:t>Lorem ipsum</a:t>
            </a:r>
          </a:p>
          <a:p>
            <a:pPr marL="0" marR="0" lvl="0" indent="0" algn="l" defTabSz="914217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35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+mj-lt"/>
              <a:ea typeface="IBM Plex Sans" charset="0"/>
              <a:cs typeface="IBM Plex Sans" charset="0"/>
              <a:sym typeface="IBM Plex Sans Light"/>
            </a:endParaRPr>
          </a:p>
          <a:p>
            <a:pPr marL="0" marR="0" lvl="0" indent="0" algn="l" defTabSz="914217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5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BM Plex Sans Medm" panose="020B0503050203000203" pitchFamily="34" charset="0"/>
                <a:ea typeface="+mj-ea"/>
                <a:cs typeface="+mj-cs"/>
                <a:sym typeface="IBM Plex Sans Light"/>
              </a:rPr>
              <a:t>03	</a:t>
            </a:r>
          </a:p>
          <a:p>
            <a:pPr lvl="0" defTabSz="914217">
              <a:defRPr/>
            </a:pPr>
            <a:r>
              <a:rPr lang="en-US" sz="1350" dirty="0">
                <a:solidFill>
                  <a:srgbClr val="000000"/>
                </a:solidFill>
                <a:ea typeface="IBM Plex Sans" charset="0"/>
                <a:cs typeface="IBM Plex Sans" charset="0"/>
              </a:rPr>
              <a:t>Lorem ipsum</a:t>
            </a:r>
          </a:p>
          <a:p>
            <a:pPr marL="0" marR="0" lvl="0" indent="0" algn="l" defTabSz="914217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35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+mj-lt"/>
              <a:ea typeface="+mj-ea"/>
              <a:cs typeface="+mj-cs"/>
              <a:sym typeface="IBM Plex Sans Light"/>
            </a:endParaRPr>
          </a:p>
          <a:p>
            <a:pPr lvl="0" defTabSz="914217">
              <a:defRPr/>
            </a:pPr>
            <a:r>
              <a:rPr lang="en-US" sz="1350" kern="0" dirty="0">
                <a:solidFill>
                  <a:srgbClr val="000000"/>
                </a:solidFill>
                <a:latin typeface="IBM Plex Sans Medm" panose="020B0503050203000203" pitchFamily="34" charset="0"/>
              </a:rPr>
              <a:t>04	</a:t>
            </a:r>
          </a:p>
          <a:p>
            <a:pPr lvl="0" defTabSz="914217">
              <a:defRPr/>
            </a:pPr>
            <a:r>
              <a:rPr lang="en-US" sz="1350" dirty="0">
                <a:solidFill>
                  <a:srgbClr val="000000"/>
                </a:solidFill>
                <a:ea typeface="IBM Plex Sans" charset="0"/>
                <a:cs typeface="IBM Plex Sans" charset="0"/>
              </a:rPr>
              <a:t>Lorem ipsum</a:t>
            </a:r>
          </a:p>
        </p:txBody>
      </p:sp>
      <p:sp>
        <p:nvSpPr>
          <p:cNvPr id="20" name="Footer Placeholder 19">
            <a:extLst>
              <a:ext uri="{FF2B5EF4-FFF2-40B4-BE49-F238E27FC236}">
                <a16:creationId xmlns:a16="http://schemas.microsoft.com/office/drawing/2014/main" id="{1F4F9551-61D0-95CD-4620-7318D1A7963D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75BFD9F-5B37-5DA7-E96F-E39C19093AB9}"/>
              </a:ext>
            </a:extLst>
          </p:cNvPr>
          <p:cNvSpPr txBox="1"/>
          <p:nvPr/>
        </p:nvSpPr>
        <p:spPr>
          <a:xfrm>
            <a:off x="3891010" y="4832498"/>
            <a:ext cx="0" cy="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0" tIns="0" rIns="0" bIns="0" rtlCol="0">
            <a:noAutofit/>
          </a:bodyPr>
          <a:lstStyle/>
          <a:p>
            <a:pPr marL="166674" indent="-167531" algn="l" defTabSz="914400">
              <a:spcBef>
                <a:spcPts val="1088"/>
              </a:spcBef>
              <a:buSzPct val="100000"/>
              <a:buFontTx/>
              <a:buChar char="–"/>
            </a:pPr>
            <a:endParaRPr lang="en-US" sz="675" kern="0" dirty="0">
              <a:solidFill>
                <a:srgbClr val="000000"/>
              </a:solidFill>
              <a:ea typeface="+mj-ea"/>
              <a:cs typeface="+mj-cs"/>
              <a:sym typeface="IBM Plex Sans Light"/>
            </a:endParaRPr>
          </a:p>
        </p:txBody>
      </p:sp>
    </p:spTree>
    <p:extLst>
      <p:ext uri="{BB962C8B-B14F-4D97-AF65-F5344CB8AC3E}">
        <p14:creationId xmlns:p14="http://schemas.microsoft.com/office/powerpoint/2010/main" val="3083432082"/>
      </p:ext>
    </p:extLst>
  </p:cSld>
  <p:clrMapOvr>
    <a:masterClrMapping/>
  </p:clrMapOvr>
  <p:transition spd="med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Cover, imagery, half 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 descr="Place imagery here">
            <a:extLst>
              <a:ext uri="{FF2B5EF4-FFF2-40B4-BE49-F238E27FC236}">
                <a16:creationId xmlns:a16="http://schemas.microsoft.com/office/drawing/2014/main" id="{9CD5B627-E439-376E-A00C-87BAFF059FD8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4785689" y="214312"/>
            <a:ext cx="4140635" cy="4716999"/>
          </a:xfrm>
          <a:solidFill>
            <a:srgbClr val="E0E0E0"/>
          </a:solidFill>
        </p:spPr>
        <p:txBody>
          <a:bodyPr anchor="ctr"/>
          <a:lstStyle>
            <a:lvl1pPr algn="ctr">
              <a:defRPr>
                <a:solidFill>
                  <a:schemeClr val="accent5"/>
                </a:solidFill>
              </a:defRPr>
            </a:lvl1pPr>
          </a:lstStyle>
          <a:p>
            <a:r>
              <a:rPr lang="en-US" dirty="0"/>
              <a:t>Place imagery here</a:t>
            </a:r>
          </a:p>
        </p:txBody>
      </p:sp>
      <p:pic>
        <p:nvPicPr>
          <p:cNvPr id="3" name="Picture 2" descr="IBM 8-bar logo">
            <a:extLst>
              <a:ext uri="{FF2B5EF4-FFF2-40B4-BE49-F238E27FC236}">
                <a16:creationId xmlns:a16="http://schemas.microsoft.com/office/drawing/2014/main" id="{5C99EA1F-50F2-8D44-9784-4C9D5555535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7504" y="4716661"/>
            <a:ext cx="576797" cy="214650"/>
          </a:xfrm>
          <a:prstGeom prst="rect">
            <a:avLst/>
          </a:prstGeo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EC22CE22-4A72-C394-2534-3F9CEE5942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5972" y="116681"/>
            <a:ext cx="3787409" cy="3883819"/>
          </a:xfrm>
        </p:spPr>
        <p:txBody>
          <a:bodyPr/>
          <a:lstStyle>
            <a:lvl1pPr>
              <a:lnSpc>
                <a:spcPct val="100000"/>
              </a:lnSpc>
              <a:defRPr sz="315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10360517"/>
      </p:ext>
    </p:extLst>
  </p:cSld>
  <p:clrMapOvr>
    <a:masterClrMapping/>
  </p:clrMapOvr>
  <p:transition spd="med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 section, imagery, half, label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76E74B7-8F2A-46A5-97C4-76677246CFA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215972" y="216027"/>
            <a:ext cx="3786885" cy="214313"/>
          </a:xfrm>
        </p:spPr>
        <p:txBody>
          <a:bodyPr/>
          <a:lstStyle>
            <a:lvl1pPr>
              <a:spcBef>
                <a:spcPts val="0"/>
              </a:spcBef>
              <a:defRPr sz="1050">
                <a:solidFill>
                  <a:schemeClr val="tx2"/>
                </a:solidFill>
              </a:defRPr>
            </a:lvl1pPr>
            <a:lvl2pPr>
              <a:spcBef>
                <a:spcPts val="0"/>
              </a:spcBef>
              <a:defRPr/>
            </a:lvl2pPr>
            <a:lvl3pPr>
              <a:spcBef>
                <a:spcPts val="0"/>
              </a:spcBef>
              <a:defRPr/>
            </a:lvl3pPr>
            <a:lvl4pPr>
              <a:spcBef>
                <a:spcPts val="0"/>
              </a:spcBef>
              <a:defRPr/>
            </a:lvl4pPr>
            <a:lvl5pPr>
              <a:spcBef>
                <a:spcPts val="0"/>
              </a:spcBef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13A412C-EE28-6248-612D-41BAAD7F00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5972" y="567000"/>
            <a:ext cx="3786885" cy="3430191"/>
          </a:xfrm>
        </p:spPr>
        <p:txBody>
          <a:bodyPr/>
          <a:lstStyle>
            <a:lvl1pPr>
              <a:lnSpc>
                <a:spcPct val="100000"/>
              </a:lnSpc>
              <a:defRPr sz="315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3" name="Picture 2" descr="IBM 8-bar logo">
            <a:extLst>
              <a:ext uri="{FF2B5EF4-FFF2-40B4-BE49-F238E27FC236}">
                <a16:creationId xmlns:a16="http://schemas.microsoft.com/office/drawing/2014/main" id="{0A3BE97F-BB78-DA67-3A9B-B2FBFA0DFC6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7504" y="4716661"/>
            <a:ext cx="576797" cy="214650"/>
          </a:xfrm>
          <a:prstGeom prst="rect">
            <a:avLst/>
          </a:prstGeom>
        </p:spPr>
      </p:pic>
      <p:sp>
        <p:nvSpPr>
          <p:cNvPr id="6" name="Picture Placeholder 6" descr="Place imagery here">
            <a:extLst>
              <a:ext uri="{FF2B5EF4-FFF2-40B4-BE49-F238E27FC236}">
                <a16:creationId xmlns:a16="http://schemas.microsoft.com/office/drawing/2014/main" id="{54AE768F-E6B1-F789-5E61-E59B3DBA779A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4785689" y="213717"/>
            <a:ext cx="4140635" cy="4717594"/>
          </a:xfrm>
          <a:solidFill>
            <a:srgbClr val="E0E0E0"/>
          </a:solidFill>
        </p:spPr>
        <p:txBody>
          <a:bodyPr anchor="ctr"/>
          <a:lstStyle>
            <a:lvl1pPr algn="ctr">
              <a:defRPr>
                <a:solidFill>
                  <a:schemeClr val="accent5"/>
                </a:solidFill>
              </a:defRPr>
            </a:lvl1pPr>
          </a:lstStyle>
          <a:p>
            <a:r>
              <a:rPr lang="en-US" dirty="0"/>
              <a:t>Place imagery here</a:t>
            </a:r>
          </a:p>
        </p:txBody>
      </p:sp>
    </p:spTree>
    <p:extLst>
      <p:ext uri="{BB962C8B-B14F-4D97-AF65-F5344CB8AC3E}">
        <p14:creationId xmlns:p14="http://schemas.microsoft.com/office/powerpoint/2010/main" val="4055972378"/>
      </p:ext>
    </p:extLst>
  </p:cSld>
  <p:clrMapOvr>
    <a:masterClrMapping/>
  </p:clrMapOvr>
  <p:transition spd="med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Key Messag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6" descr="Place imagery here">
            <a:extLst>
              <a:ext uri="{FF2B5EF4-FFF2-40B4-BE49-F238E27FC236}">
                <a16:creationId xmlns:a16="http://schemas.microsoft.com/office/drawing/2014/main" id="{54AE768F-E6B1-F789-5E61-E59B3DBA779A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0" y="0"/>
            <a:ext cx="9144000" cy="5143500"/>
          </a:xfrm>
          <a:solidFill>
            <a:srgbClr val="E0E0E0"/>
          </a:solidFill>
        </p:spPr>
        <p:txBody>
          <a:bodyPr anchor="ctr"/>
          <a:lstStyle>
            <a:lvl1pPr algn="ctr">
              <a:defRPr>
                <a:solidFill>
                  <a:schemeClr val="accent5"/>
                </a:solidFill>
              </a:defRPr>
            </a:lvl1pPr>
          </a:lstStyle>
          <a:p>
            <a:r>
              <a:rPr lang="en-US" dirty="0"/>
              <a:t>Place imagery here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13A412C-EE28-6248-612D-41BAAD7F00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9200" y="239231"/>
            <a:ext cx="5031204" cy="3430191"/>
          </a:xfrm>
        </p:spPr>
        <p:txBody>
          <a:bodyPr/>
          <a:lstStyle>
            <a:lvl1pPr>
              <a:lnSpc>
                <a:spcPct val="100000"/>
              </a:lnSpc>
              <a:defRPr sz="3150" b="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12803575"/>
      </p:ext>
    </p:extLst>
  </p:cSld>
  <p:clrMapOvr>
    <a:masterClrMapping/>
  </p:clrMapOvr>
  <p:transition spd="med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Video or imagery, half, inse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5D0BFE-82FD-94B0-E6D9-A9096777C8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5972" y="216027"/>
            <a:ext cx="4139931" cy="572096"/>
          </a:xfrm>
        </p:spPr>
        <p:txBody>
          <a:bodyPr/>
          <a:lstStyle>
            <a:lvl1pPr>
              <a:lnSpc>
                <a:spcPct val="110000"/>
              </a:lnSpc>
              <a:defRPr sz="24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8FE37E5-0FED-B2B2-3150-F02A8956CD3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15972" y="1140619"/>
            <a:ext cx="1854847" cy="3432572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1pPr>
            <a:lvl2pPr marL="96012" indent="-96012"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2pPr>
            <a:lvl3pPr marL="192024" indent="-96012"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3pPr>
            <a:lvl4pPr marL="288036" indent="-96012"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7" name="Text Placeholder 5">
            <a:extLst>
              <a:ext uri="{FF2B5EF4-FFF2-40B4-BE49-F238E27FC236}">
                <a16:creationId xmlns:a16="http://schemas.microsoft.com/office/drawing/2014/main" id="{88F00625-4E10-D884-2256-56B294B4BA8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501178" y="1140619"/>
            <a:ext cx="1856538" cy="3432572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1pPr>
            <a:lvl2pPr marL="96012" indent="-96012"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2pPr>
            <a:lvl3pPr marL="192024" indent="-96012"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3pPr>
            <a:lvl4pPr marL="288036" indent="-96012"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5" name="Picture Placeholder 10" descr="Place imagery here">
            <a:extLst>
              <a:ext uri="{FF2B5EF4-FFF2-40B4-BE49-F238E27FC236}">
                <a16:creationId xmlns:a16="http://schemas.microsoft.com/office/drawing/2014/main" id="{468A48E8-BE84-7972-AB73-8E31C1C13499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4785689" y="216027"/>
            <a:ext cx="4139931" cy="4714351"/>
          </a:xfrm>
          <a:solidFill>
            <a:srgbClr val="E0E0E0"/>
          </a:solidFill>
        </p:spPr>
        <p:txBody>
          <a:bodyPr anchor="ctr"/>
          <a:lstStyle>
            <a:lvl1pPr algn="ctr">
              <a:defRPr>
                <a:solidFill>
                  <a:schemeClr val="accent5"/>
                </a:solidFill>
              </a:defRPr>
            </a:lvl1pPr>
          </a:lstStyle>
          <a:p>
            <a:r>
              <a:rPr lang="en-US" dirty="0"/>
              <a:t>Place imagery here</a:t>
            </a:r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765F8DDE-78BD-E2B6-1CAB-2A9EF14E9F71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215972" y="4806000"/>
            <a:ext cx="1858324" cy="142875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0526079"/>
      </p:ext>
    </p:extLst>
  </p:cSld>
  <p:clrMapOvr>
    <a:masterClrMapping/>
  </p:clrMapOvr>
  <p:transition spd="med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ext, 2 wide columns, high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 descr="Vertical quarter slide background in green 10">
            <a:extLst>
              <a:ext uri="{FF2B5EF4-FFF2-40B4-BE49-F238E27FC236}">
                <a16:creationId xmlns:a16="http://schemas.microsoft.com/office/drawing/2014/main" id="{36324606-303E-6A5A-043E-DFF87A4EADAA}"/>
              </a:ext>
            </a:extLst>
          </p:cNvPr>
          <p:cNvSpPr/>
          <p:nvPr/>
        </p:nvSpPr>
        <p:spPr bwMode="auto">
          <a:xfrm>
            <a:off x="6858298" y="0"/>
            <a:ext cx="2285702" cy="5143500"/>
          </a:xfrm>
          <a:prstGeom prst="rect">
            <a:avLst/>
          </a:prstGeom>
          <a:solidFill>
            <a:srgbClr val="EDF5FF"/>
          </a:solidFill>
          <a:ln w="19050">
            <a:noFill/>
            <a:headEnd type="none" w="med" len="med"/>
            <a:tailEnd type="none" w="med" len="med"/>
          </a:ln>
          <a:effectLst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vert="horz" wrap="square" lIns="34286" tIns="34286" rIns="34286" bIns="34286" numCol="1" rtlCol="0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3429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IBM Plex Sans Light"/>
              <a:buNone/>
              <a:tabLst/>
              <a:defRPr/>
            </a:pPr>
            <a:endParaRPr kumimoji="0" lang="en-RO" sz="525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IBM Plex Sans Light"/>
              <a:ea typeface="+mn-ea"/>
              <a:cs typeface="+mn-cs"/>
            </a:endParaRPr>
          </a:p>
        </p:txBody>
      </p:sp>
      <p:sp>
        <p:nvSpPr>
          <p:cNvPr id="6" name="Text Placeholder 4">
            <a:extLst>
              <a:ext uri="{FF2B5EF4-FFF2-40B4-BE49-F238E27FC236}">
                <a16:creationId xmlns:a16="http://schemas.microsoft.com/office/drawing/2014/main" id="{D32DCE7C-29C5-BC86-B154-7DD0C4F0553A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4791876" y="1702719"/>
            <a:ext cx="1818055" cy="2872853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1pPr>
            <a:lvl2pPr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2pPr>
            <a:lvl3pPr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3pPr>
            <a:lvl4pPr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C9E836C4-97D9-E198-E7C4-C2E94BADE6BD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215972" y="4806000"/>
            <a:ext cx="1858324" cy="142875"/>
          </a:xfrm>
        </p:spPr>
        <p:txBody>
          <a:bodyPr/>
          <a:lstStyle/>
          <a:p>
            <a:endParaRPr lang="en-US"/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31BCACB2-2177-96DD-036D-15120FB855A5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215972" y="216027"/>
            <a:ext cx="3786885" cy="214313"/>
          </a:xfrm>
        </p:spPr>
        <p:txBody>
          <a:bodyPr/>
          <a:lstStyle>
            <a:lvl1pPr>
              <a:spcBef>
                <a:spcPts val="0"/>
              </a:spcBef>
              <a:defRPr sz="1050">
                <a:solidFill>
                  <a:schemeClr val="tx2"/>
                </a:solidFill>
              </a:defRPr>
            </a:lvl1pPr>
            <a:lvl2pPr>
              <a:spcBef>
                <a:spcPts val="0"/>
              </a:spcBef>
              <a:defRPr/>
            </a:lvl2pPr>
            <a:lvl3pPr>
              <a:spcBef>
                <a:spcPts val="0"/>
              </a:spcBef>
              <a:defRPr/>
            </a:lvl3pPr>
            <a:lvl4pPr>
              <a:spcBef>
                <a:spcPts val="0"/>
              </a:spcBef>
              <a:defRPr/>
            </a:lvl4pPr>
            <a:lvl5pPr>
              <a:spcBef>
                <a:spcPts val="0"/>
              </a:spcBef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569A700F-CEF5-7B2D-B246-3671F65D69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5972" y="567000"/>
            <a:ext cx="3786885" cy="437777"/>
          </a:xfrm>
        </p:spPr>
        <p:txBody>
          <a:bodyPr/>
          <a:lstStyle>
            <a:lvl1pPr>
              <a:lnSpc>
                <a:spcPct val="100000"/>
              </a:lnSpc>
              <a:defRPr sz="165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66FDEBEF-A680-6EAF-95FC-22DA5216FF58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215972" y="1709284"/>
            <a:ext cx="3664657" cy="2872853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650">
                <a:solidFill>
                  <a:schemeClr val="tx1"/>
                </a:solidFill>
              </a:defRPr>
            </a:lvl1pPr>
            <a:lvl2pPr>
              <a:lnSpc>
                <a:spcPct val="110000"/>
              </a:lnSpc>
              <a:spcBef>
                <a:spcPts val="0"/>
              </a:spcBef>
              <a:defRPr sz="1650">
                <a:solidFill>
                  <a:schemeClr val="tx1"/>
                </a:solidFill>
              </a:defRPr>
            </a:lvl2pPr>
            <a:lvl3pPr>
              <a:lnSpc>
                <a:spcPct val="110000"/>
              </a:lnSpc>
              <a:spcBef>
                <a:spcPts val="0"/>
              </a:spcBef>
              <a:defRPr sz="1650">
                <a:solidFill>
                  <a:schemeClr val="tx1"/>
                </a:solidFill>
              </a:defRPr>
            </a:lvl3pPr>
            <a:lvl4pPr>
              <a:lnSpc>
                <a:spcPct val="110000"/>
              </a:lnSpc>
              <a:spcBef>
                <a:spcPts val="0"/>
              </a:spcBef>
              <a:defRPr sz="165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cxnSp>
        <p:nvCxnSpPr>
          <p:cNvPr id="11" name="Straight Connector 10" descr="Vertical column divider line">
            <a:extLst>
              <a:ext uri="{FF2B5EF4-FFF2-40B4-BE49-F238E27FC236}">
                <a16:creationId xmlns:a16="http://schemas.microsoft.com/office/drawing/2014/main" id="{365CC5CE-7B1B-2308-C933-AF48CDCA7798}"/>
              </a:ext>
            </a:extLst>
          </p:cNvPr>
          <p:cNvCxnSpPr>
            <a:cxnSpLocks/>
          </p:cNvCxnSpPr>
          <p:nvPr/>
        </p:nvCxnSpPr>
        <p:spPr bwMode="auto">
          <a:xfrm flipV="1">
            <a:off x="4571405" y="1714500"/>
            <a:ext cx="0" cy="2859786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" name="Text Placeholder 4">
            <a:extLst>
              <a:ext uri="{FF2B5EF4-FFF2-40B4-BE49-F238E27FC236}">
                <a16:creationId xmlns:a16="http://schemas.microsoft.com/office/drawing/2014/main" id="{9498F449-0499-4E92-47CE-C8F66EEA8F53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7104157" y="1702719"/>
            <a:ext cx="1818055" cy="2872853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650">
                <a:solidFill>
                  <a:srgbClr val="0F62FE"/>
                </a:solidFill>
              </a:defRPr>
            </a:lvl1pPr>
            <a:lvl2pPr>
              <a:lnSpc>
                <a:spcPct val="110000"/>
              </a:lnSpc>
              <a:spcBef>
                <a:spcPts val="0"/>
              </a:spcBef>
              <a:defRPr sz="1650">
                <a:solidFill>
                  <a:srgbClr val="0F62FE"/>
                </a:solidFill>
              </a:defRPr>
            </a:lvl2pPr>
            <a:lvl3pPr>
              <a:lnSpc>
                <a:spcPct val="110000"/>
              </a:lnSpc>
              <a:spcBef>
                <a:spcPts val="0"/>
              </a:spcBef>
              <a:defRPr sz="1650">
                <a:solidFill>
                  <a:srgbClr val="0F62FE"/>
                </a:solidFill>
              </a:defRPr>
            </a:lvl3pPr>
            <a:lvl4pPr>
              <a:lnSpc>
                <a:spcPct val="110000"/>
              </a:lnSpc>
              <a:spcBef>
                <a:spcPts val="0"/>
              </a:spcBef>
              <a:defRPr sz="1650">
                <a:solidFill>
                  <a:srgbClr val="0F62FE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1205693000"/>
      </p:ext>
    </p:extLst>
  </p:cSld>
  <p:clrMapOvr>
    <a:masterClrMapping/>
  </p:clrMapOvr>
  <p:transition spd="med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ext, imagery, half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C9E836C4-97D9-E198-E7C4-C2E94BADE6BD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215972" y="4806000"/>
            <a:ext cx="1858324" cy="142875"/>
          </a:xfrm>
        </p:spPr>
        <p:txBody>
          <a:bodyPr/>
          <a:lstStyle/>
          <a:p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569A700F-CEF5-7B2D-B246-3671F65D69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5972" y="216027"/>
            <a:ext cx="2957202" cy="437777"/>
          </a:xfrm>
        </p:spPr>
        <p:txBody>
          <a:bodyPr/>
          <a:lstStyle>
            <a:lvl1pPr>
              <a:lnSpc>
                <a:spcPct val="100000"/>
              </a:lnSpc>
              <a:defRPr sz="165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66FDEBEF-A680-6EAF-95FC-22DA5216FF58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215972" y="1709284"/>
            <a:ext cx="2957202" cy="2872853"/>
          </a:xfrm>
        </p:spPr>
        <p:txBody>
          <a:bodyPr anchor="b"/>
          <a:lstStyle>
            <a:lvl1pPr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1pPr>
            <a:lvl2pPr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2pPr>
            <a:lvl3pPr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3pPr>
            <a:lvl4pPr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40CD5CE9-7B6A-475B-323C-74FE1613FB61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215972" y="791744"/>
            <a:ext cx="2957202" cy="214313"/>
          </a:xfrm>
        </p:spPr>
        <p:txBody>
          <a:bodyPr/>
          <a:lstStyle>
            <a:lvl1pPr>
              <a:spcBef>
                <a:spcPts val="0"/>
              </a:spcBef>
              <a:defRPr sz="1050">
                <a:solidFill>
                  <a:schemeClr val="tx2"/>
                </a:solidFill>
              </a:defRPr>
            </a:lvl1pPr>
            <a:lvl2pPr>
              <a:spcBef>
                <a:spcPts val="0"/>
              </a:spcBef>
              <a:defRPr/>
            </a:lvl2pPr>
            <a:lvl3pPr>
              <a:spcBef>
                <a:spcPts val="0"/>
              </a:spcBef>
              <a:defRPr/>
            </a:lvl3pPr>
            <a:lvl4pPr>
              <a:spcBef>
                <a:spcPts val="0"/>
              </a:spcBef>
              <a:defRPr/>
            </a:lvl4pPr>
            <a:lvl5pPr>
              <a:spcBef>
                <a:spcPts val="0"/>
              </a:spcBef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Picture Placeholder 6" descr="Place imagery here">
            <a:extLst>
              <a:ext uri="{FF2B5EF4-FFF2-40B4-BE49-F238E27FC236}">
                <a16:creationId xmlns:a16="http://schemas.microsoft.com/office/drawing/2014/main" id="{185665AF-5C33-926F-B43E-978CB8D71624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3628553" y="404065"/>
            <a:ext cx="5515447" cy="4335371"/>
          </a:xfrm>
          <a:solidFill>
            <a:srgbClr val="E0E0E0"/>
          </a:solidFill>
        </p:spPr>
        <p:txBody>
          <a:bodyPr anchor="ctr"/>
          <a:lstStyle>
            <a:lvl1pPr algn="ctr">
              <a:defRPr>
                <a:solidFill>
                  <a:schemeClr val="accent5"/>
                </a:solidFill>
              </a:defRPr>
            </a:lvl1pPr>
          </a:lstStyle>
          <a:p>
            <a:r>
              <a:rPr lang="en-US" dirty="0"/>
              <a:t>Place imagery here</a:t>
            </a:r>
          </a:p>
        </p:txBody>
      </p:sp>
    </p:spTree>
    <p:extLst>
      <p:ext uri="{BB962C8B-B14F-4D97-AF65-F5344CB8AC3E}">
        <p14:creationId xmlns:p14="http://schemas.microsoft.com/office/powerpoint/2010/main" val="1952162742"/>
      </p:ext>
    </p:extLst>
  </p:cSld>
  <p:clrMapOvr>
    <a:masterClrMapping/>
  </p:clrMapOvr>
  <p:transition spd="med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5D0BFE-82FD-94B0-E6D9-A9096777C8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5999" y="144450"/>
            <a:ext cx="3938132" cy="310092"/>
          </a:xfrm>
        </p:spPr>
        <p:txBody>
          <a:bodyPr/>
          <a:lstStyle>
            <a:lvl1pPr>
              <a:lnSpc>
                <a:spcPct val="100000"/>
              </a:lnSpc>
              <a:defRPr sz="1650" b="0" i="0">
                <a:solidFill>
                  <a:schemeClr val="tx2"/>
                </a:solidFill>
                <a:latin typeface="IBM Plex Sans Light" panose="020B0403050203000203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4">
            <a:extLst>
              <a:ext uri="{FF2B5EF4-FFF2-40B4-BE49-F238E27FC236}">
                <a16:creationId xmlns:a16="http://schemas.microsoft.com/office/drawing/2014/main" id="{FC0CC875-9F64-001B-D706-679D1CFF5F53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215972" y="574703"/>
            <a:ext cx="3786885" cy="214313"/>
          </a:xfrm>
        </p:spPr>
        <p:txBody>
          <a:bodyPr/>
          <a:lstStyle>
            <a:lvl1pPr>
              <a:spcBef>
                <a:spcPts val="0"/>
              </a:spcBef>
              <a:defRPr sz="1050">
                <a:solidFill>
                  <a:schemeClr val="tx2"/>
                </a:solidFill>
              </a:defRPr>
            </a:lvl1pPr>
            <a:lvl2pPr>
              <a:spcBef>
                <a:spcPts val="0"/>
              </a:spcBef>
              <a:defRPr/>
            </a:lvl2pPr>
            <a:lvl3pPr>
              <a:spcBef>
                <a:spcPts val="0"/>
              </a:spcBef>
              <a:defRPr/>
            </a:lvl3pPr>
            <a:lvl4pPr>
              <a:spcBef>
                <a:spcPts val="0"/>
              </a:spcBef>
              <a:defRPr/>
            </a:lvl4pPr>
            <a:lvl5pPr>
              <a:spcBef>
                <a:spcPts val="0"/>
              </a:spcBef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8C6052B-E271-2F8A-1664-19D5B56E1C81}"/>
              </a:ext>
            </a:extLst>
          </p:cNvPr>
          <p:cNvSpPr txBox="1"/>
          <p:nvPr/>
        </p:nvSpPr>
        <p:spPr>
          <a:xfrm>
            <a:off x="1746170" y="1794244"/>
            <a:ext cx="0" cy="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0" tIns="0" rIns="0" bIns="0" rtlCol="0">
            <a:noAutofit/>
          </a:bodyPr>
          <a:lstStyle/>
          <a:p>
            <a:pPr marL="166674" indent="-167531" algn="l" defTabSz="914400">
              <a:spcBef>
                <a:spcPts val="1088"/>
              </a:spcBef>
              <a:buSzPct val="100000"/>
              <a:buFontTx/>
              <a:buChar char="–"/>
            </a:pPr>
            <a:endParaRPr lang="en-US" sz="675" kern="0" dirty="0">
              <a:solidFill>
                <a:srgbClr val="000000"/>
              </a:solidFill>
              <a:ea typeface="+mj-ea"/>
              <a:cs typeface="+mj-cs"/>
              <a:sym typeface="IBM Plex Sans Light"/>
            </a:endParaRPr>
          </a:p>
        </p:txBody>
      </p:sp>
      <p:pic>
        <p:nvPicPr>
          <p:cNvPr id="5" name="Picture 4" descr="IBM 8-bar logo">
            <a:extLst>
              <a:ext uri="{FF2B5EF4-FFF2-40B4-BE49-F238E27FC236}">
                <a16:creationId xmlns:a16="http://schemas.microsoft.com/office/drawing/2014/main" id="{C0BF36D4-A859-0B3D-71F3-8B5F39DD157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17504" y="4716661"/>
            <a:ext cx="576797" cy="2146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7997893"/>
      </p:ext>
    </p:extLst>
  </p:cSld>
  <p:clrMapOvr>
    <a:masterClrMapping/>
  </p:clrMapOvr>
  <p:transition spd="med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oxes, 6 stacked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3A5819-78ED-4475-16CD-65C8A2C5EC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5972" y="216027"/>
            <a:ext cx="1855943" cy="1498473"/>
          </a:xfrm>
        </p:spPr>
        <p:txBody>
          <a:bodyPr/>
          <a:lstStyle>
            <a:lvl1pPr>
              <a:lnSpc>
                <a:spcPct val="110000"/>
              </a:lnSpc>
              <a:defRPr sz="165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3148C06-F3C6-0E95-A225-29F730DD158B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2499987" y="213789"/>
            <a:ext cx="1858276" cy="1857375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650">
                <a:solidFill>
                  <a:schemeClr val="tx1"/>
                </a:solidFill>
              </a:defRPr>
            </a:lvl1pPr>
            <a:lvl2pPr marL="82296" indent="-82296">
              <a:lnSpc>
                <a:spcPct val="110000"/>
              </a:lnSpc>
              <a:spcBef>
                <a:spcPts val="0"/>
              </a:spcBef>
              <a:defRPr sz="1650">
                <a:solidFill>
                  <a:schemeClr val="tx1"/>
                </a:solidFill>
              </a:defRPr>
            </a:lvl2pPr>
            <a:lvl3pPr marL="164592" indent="-82296">
              <a:lnSpc>
                <a:spcPct val="110000"/>
              </a:lnSpc>
              <a:spcBef>
                <a:spcPts val="0"/>
              </a:spcBef>
              <a:defRPr sz="1650">
                <a:solidFill>
                  <a:schemeClr val="tx1"/>
                </a:solidFill>
              </a:defRPr>
            </a:lvl3pPr>
            <a:lvl4pPr marL="246888" indent="-82296">
              <a:lnSpc>
                <a:spcPct val="110000"/>
              </a:lnSpc>
              <a:spcBef>
                <a:spcPts val="0"/>
              </a:spcBef>
              <a:defRPr sz="165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9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6" name="Text Placeholder 4">
            <a:extLst>
              <a:ext uri="{FF2B5EF4-FFF2-40B4-BE49-F238E27FC236}">
                <a16:creationId xmlns:a16="http://schemas.microsoft.com/office/drawing/2014/main" id="{81FD5E03-A007-B728-4616-E05622A43A3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4791876" y="213789"/>
            <a:ext cx="1857133" cy="1857375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650">
                <a:solidFill>
                  <a:schemeClr val="tx1"/>
                </a:solidFill>
              </a:defRPr>
            </a:lvl1pPr>
            <a:lvl2pPr marL="82296" indent="-82296">
              <a:lnSpc>
                <a:spcPct val="110000"/>
              </a:lnSpc>
              <a:spcBef>
                <a:spcPts val="0"/>
              </a:spcBef>
              <a:defRPr sz="1650">
                <a:solidFill>
                  <a:schemeClr val="tx1"/>
                </a:solidFill>
              </a:defRPr>
            </a:lvl2pPr>
            <a:lvl3pPr marL="164592" indent="-82296">
              <a:lnSpc>
                <a:spcPct val="110000"/>
              </a:lnSpc>
              <a:spcBef>
                <a:spcPts val="0"/>
              </a:spcBef>
              <a:defRPr sz="1650">
                <a:solidFill>
                  <a:schemeClr val="tx1"/>
                </a:solidFill>
              </a:defRPr>
            </a:lvl3pPr>
            <a:lvl4pPr marL="246888" indent="-82296">
              <a:lnSpc>
                <a:spcPct val="110000"/>
              </a:lnSpc>
              <a:spcBef>
                <a:spcPts val="0"/>
              </a:spcBef>
              <a:defRPr sz="165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9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7" name="Text Placeholder 4">
            <a:extLst>
              <a:ext uri="{FF2B5EF4-FFF2-40B4-BE49-F238E27FC236}">
                <a16:creationId xmlns:a16="http://schemas.microsoft.com/office/drawing/2014/main" id="{EEC06719-7195-BBE7-0154-56A039A4B38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071392" y="213788"/>
            <a:ext cx="1854847" cy="1857374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650">
                <a:solidFill>
                  <a:schemeClr val="tx1"/>
                </a:solidFill>
              </a:defRPr>
            </a:lvl1pPr>
            <a:lvl2pPr marL="82296" indent="-82296">
              <a:lnSpc>
                <a:spcPct val="110000"/>
              </a:lnSpc>
              <a:spcBef>
                <a:spcPts val="0"/>
              </a:spcBef>
              <a:defRPr sz="1650">
                <a:solidFill>
                  <a:schemeClr val="tx1"/>
                </a:solidFill>
              </a:defRPr>
            </a:lvl2pPr>
            <a:lvl3pPr marL="164592" indent="-82296">
              <a:lnSpc>
                <a:spcPct val="110000"/>
              </a:lnSpc>
              <a:spcBef>
                <a:spcPts val="0"/>
              </a:spcBef>
              <a:defRPr sz="1650">
                <a:solidFill>
                  <a:schemeClr val="tx1"/>
                </a:solidFill>
              </a:defRPr>
            </a:lvl3pPr>
            <a:lvl4pPr marL="246888" indent="-82296">
              <a:lnSpc>
                <a:spcPct val="110000"/>
              </a:lnSpc>
              <a:spcBef>
                <a:spcPts val="0"/>
              </a:spcBef>
              <a:defRPr sz="165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9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cxnSp>
        <p:nvCxnSpPr>
          <p:cNvPr id="23" name="Straight Connector 22" descr="Horizontal row divider">
            <a:extLst>
              <a:ext uri="{FF2B5EF4-FFF2-40B4-BE49-F238E27FC236}">
                <a16:creationId xmlns:a16="http://schemas.microsoft.com/office/drawing/2014/main" id="{252CDB94-BA57-B58F-95F0-D406FE34BB40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CxnSpPr>
            <a:cxnSpLocks/>
          </p:cNvCxnSpPr>
          <p:nvPr/>
        </p:nvCxnSpPr>
        <p:spPr bwMode="auto">
          <a:xfrm>
            <a:off x="2285703" y="2286000"/>
            <a:ext cx="6645203" cy="0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2704E464-B0E0-CDD0-B14B-FA6386285A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499987" y="2500837"/>
            <a:ext cx="1858276" cy="1857372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650">
                <a:solidFill>
                  <a:schemeClr val="tx1"/>
                </a:solidFill>
              </a:defRPr>
            </a:lvl1pPr>
            <a:lvl2pPr marL="82296" indent="-82296">
              <a:lnSpc>
                <a:spcPct val="110000"/>
              </a:lnSpc>
              <a:spcBef>
                <a:spcPts val="0"/>
              </a:spcBef>
              <a:defRPr sz="1650">
                <a:solidFill>
                  <a:schemeClr val="tx1"/>
                </a:solidFill>
              </a:defRPr>
            </a:lvl2pPr>
            <a:lvl3pPr marL="164592" indent="-82296">
              <a:lnSpc>
                <a:spcPct val="110000"/>
              </a:lnSpc>
              <a:spcBef>
                <a:spcPts val="0"/>
              </a:spcBef>
              <a:defRPr sz="1650">
                <a:solidFill>
                  <a:schemeClr val="tx1"/>
                </a:solidFill>
              </a:defRPr>
            </a:lvl3pPr>
            <a:lvl4pPr marL="246888" indent="-82296">
              <a:lnSpc>
                <a:spcPct val="110000"/>
              </a:lnSpc>
              <a:spcBef>
                <a:spcPts val="0"/>
              </a:spcBef>
              <a:defRPr sz="165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9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9" name="Text Placeholder 4">
            <a:extLst>
              <a:ext uri="{FF2B5EF4-FFF2-40B4-BE49-F238E27FC236}">
                <a16:creationId xmlns:a16="http://schemas.microsoft.com/office/drawing/2014/main" id="{E96B64B8-6DA8-8704-DD30-37587B3E682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4791876" y="2500837"/>
            <a:ext cx="1858276" cy="1857370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650">
                <a:solidFill>
                  <a:schemeClr val="tx1"/>
                </a:solidFill>
              </a:defRPr>
            </a:lvl1pPr>
            <a:lvl2pPr marL="82296" indent="-82296">
              <a:lnSpc>
                <a:spcPct val="110000"/>
              </a:lnSpc>
              <a:spcBef>
                <a:spcPts val="0"/>
              </a:spcBef>
              <a:defRPr sz="1650">
                <a:solidFill>
                  <a:schemeClr val="tx1"/>
                </a:solidFill>
              </a:defRPr>
            </a:lvl2pPr>
            <a:lvl3pPr marL="164592" indent="-82296">
              <a:lnSpc>
                <a:spcPct val="110000"/>
              </a:lnSpc>
              <a:spcBef>
                <a:spcPts val="0"/>
              </a:spcBef>
              <a:defRPr sz="1650">
                <a:solidFill>
                  <a:schemeClr val="tx1"/>
                </a:solidFill>
              </a:defRPr>
            </a:lvl3pPr>
            <a:lvl4pPr marL="246888" indent="-82296">
              <a:lnSpc>
                <a:spcPct val="110000"/>
              </a:lnSpc>
              <a:spcBef>
                <a:spcPts val="0"/>
              </a:spcBef>
              <a:defRPr sz="165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9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AF965C82-A0A6-A670-C10A-6073DD3549EB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7071392" y="2500838"/>
            <a:ext cx="1854847" cy="1857368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650">
                <a:solidFill>
                  <a:schemeClr val="tx1"/>
                </a:solidFill>
              </a:defRPr>
            </a:lvl1pPr>
            <a:lvl2pPr marL="82296" indent="-82296">
              <a:lnSpc>
                <a:spcPct val="110000"/>
              </a:lnSpc>
              <a:spcBef>
                <a:spcPts val="0"/>
              </a:spcBef>
              <a:defRPr sz="1650">
                <a:solidFill>
                  <a:schemeClr val="tx1"/>
                </a:solidFill>
              </a:defRPr>
            </a:lvl2pPr>
            <a:lvl3pPr marL="164592" indent="-82296">
              <a:lnSpc>
                <a:spcPct val="110000"/>
              </a:lnSpc>
              <a:spcBef>
                <a:spcPts val="0"/>
              </a:spcBef>
              <a:defRPr sz="1650">
                <a:solidFill>
                  <a:schemeClr val="tx1"/>
                </a:solidFill>
              </a:defRPr>
            </a:lvl3pPr>
            <a:lvl4pPr marL="246888" indent="-82296">
              <a:lnSpc>
                <a:spcPct val="110000"/>
              </a:lnSpc>
              <a:spcBef>
                <a:spcPts val="0"/>
              </a:spcBef>
              <a:defRPr sz="165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9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56C9A7FC-6BA2-EF1D-18D5-F605D8C7C003}"/>
              </a:ext>
            </a:extLst>
          </p:cNvPr>
          <p:cNvSpPr>
            <a:spLocks noGrp="1"/>
          </p:cNvSpPr>
          <p:nvPr>
            <p:ph type="ftr" sz="quarter" idx="23"/>
          </p:nvPr>
        </p:nvSpPr>
        <p:spPr>
          <a:xfrm>
            <a:off x="215972" y="4806000"/>
            <a:ext cx="1858324" cy="142875"/>
          </a:xfrm>
        </p:spPr>
        <p:txBody>
          <a:bodyPr/>
          <a:lstStyle/>
          <a:p>
            <a:endParaRPr lang="en-US"/>
          </a:p>
        </p:txBody>
      </p:sp>
      <p:cxnSp>
        <p:nvCxnSpPr>
          <p:cNvPr id="4" name="Straight Connector 3" descr="Vertical column divider">
            <a:extLst>
              <a:ext uri="{FF2B5EF4-FFF2-40B4-BE49-F238E27FC236}">
                <a16:creationId xmlns:a16="http://schemas.microsoft.com/office/drawing/2014/main" id="{0E795639-6102-AB6C-5918-29F86236BFD2}"/>
              </a:ext>
            </a:extLst>
          </p:cNvPr>
          <p:cNvCxnSpPr>
            <a:cxnSpLocks/>
          </p:cNvCxnSpPr>
          <p:nvPr/>
        </p:nvCxnSpPr>
        <p:spPr bwMode="auto">
          <a:xfrm>
            <a:off x="2285702" y="213789"/>
            <a:ext cx="0" cy="4358280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Straight Connector 10" descr="Vertical column divider">
            <a:extLst>
              <a:ext uri="{FF2B5EF4-FFF2-40B4-BE49-F238E27FC236}">
                <a16:creationId xmlns:a16="http://schemas.microsoft.com/office/drawing/2014/main" id="{357E5319-53C7-E291-189E-B5A9A71EC85F}"/>
              </a:ext>
            </a:extLst>
          </p:cNvPr>
          <p:cNvCxnSpPr>
            <a:cxnSpLocks/>
          </p:cNvCxnSpPr>
          <p:nvPr/>
        </p:nvCxnSpPr>
        <p:spPr bwMode="auto">
          <a:xfrm>
            <a:off x="4571452" y="213789"/>
            <a:ext cx="0" cy="4359402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Straight Connector 12" descr="Vertical column divider">
            <a:extLst>
              <a:ext uri="{FF2B5EF4-FFF2-40B4-BE49-F238E27FC236}">
                <a16:creationId xmlns:a16="http://schemas.microsoft.com/office/drawing/2014/main" id="{C5786CF5-FEFB-F111-90C8-4410630FD7A3}"/>
              </a:ext>
            </a:extLst>
          </p:cNvPr>
          <p:cNvCxnSpPr>
            <a:cxnSpLocks/>
          </p:cNvCxnSpPr>
          <p:nvPr/>
        </p:nvCxnSpPr>
        <p:spPr bwMode="auto">
          <a:xfrm>
            <a:off x="6857107" y="213789"/>
            <a:ext cx="0" cy="4358280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93726B49-5017-B9CF-0C53-5BADE4BD2668}"/>
              </a:ext>
            </a:extLst>
          </p:cNvPr>
          <p:cNvSpPr txBox="1"/>
          <p:nvPr/>
        </p:nvSpPr>
        <p:spPr>
          <a:xfrm>
            <a:off x="996673" y="2902688"/>
            <a:ext cx="0" cy="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0" tIns="0" rIns="0" bIns="0" rtlCol="0">
            <a:noAutofit/>
          </a:bodyPr>
          <a:lstStyle/>
          <a:p>
            <a:pPr marL="166674" indent="-167531" algn="l" defTabSz="914400">
              <a:spcBef>
                <a:spcPts val="1088"/>
              </a:spcBef>
              <a:buSzPct val="100000"/>
              <a:buFontTx/>
              <a:buChar char="–"/>
            </a:pPr>
            <a:endParaRPr lang="en-US" sz="675" kern="0" dirty="0">
              <a:solidFill>
                <a:srgbClr val="000000"/>
              </a:solidFill>
              <a:ea typeface="+mj-ea"/>
              <a:cs typeface="+mj-cs"/>
              <a:sym typeface="IBM Plex Sans Light"/>
            </a:endParaRPr>
          </a:p>
        </p:txBody>
      </p:sp>
    </p:spTree>
    <p:extLst>
      <p:ext uri="{BB962C8B-B14F-4D97-AF65-F5344CB8AC3E}">
        <p14:creationId xmlns:p14="http://schemas.microsoft.com/office/powerpoint/2010/main" val="2120195414"/>
      </p:ext>
    </p:extLst>
  </p:cSld>
  <p:clrMapOvr>
    <a:masterClrMapping/>
  </p:clrMapOvr>
  <p:transition spd="med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ext, imagery, med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3" descr="Place imagery here">
            <a:extLst>
              <a:ext uri="{FF2B5EF4-FFF2-40B4-BE49-F238E27FC236}">
                <a16:creationId xmlns:a16="http://schemas.microsoft.com/office/drawing/2014/main" id="{B21278F8-931F-FDC3-4D6F-5AE334C15582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2501674" y="214313"/>
            <a:ext cx="6423875" cy="4717256"/>
          </a:xfrm>
          <a:solidFill>
            <a:srgbClr val="E0E0E0"/>
          </a:solidFill>
        </p:spPr>
        <p:txBody>
          <a:bodyPr anchor="ctr"/>
          <a:lstStyle>
            <a:lvl1pPr algn="ctr">
              <a:defRPr>
                <a:solidFill>
                  <a:schemeClr val="accent5"/>
                </a:solidFill>
              </a:defRPr>
            </a:lvl1pPr>
          </a:lstStyle>
          <a:p>
            <a:r>
              <a:rPr lang="en-US" dirty="0"/>
              <a:t>Place imagery here</a:t>
            </a:r>
          </a:p>
        </p:txBody>
      </p:sp>
      <p:sp>
        <p:nvSpPr>
          <p:cNvPr id="5" name="Text Placeholder">
            <a:extLst>
              <a:ext uri="{FF2B5EF4-FFF2-40B4-BE49-F238E27FC236}">
                <a16:creationId xmlns:a16="http://schemas.microsoft.com/office/drawing/2014/main" id="{036E5F48-E77E-8AB7-2227-FFCAA0B474E7}"/>
              </a:ext>
            </a:extLst>
          </p:cNvPr>
          <p:cNvSpPr txBox="1">
            <a:spLocks/>
          </p:cNvSpPr>
          <p:nvPr/>
        </p:nvSpPr>
        <p:spPr>
          <a:xfrm>
            <a:off x="0" y="2571750"/>
            <a:ext cx="2285702" cy="2571750"/>
          </a:xfrm>
          <a:prstGeom prst="rect">
            <a:avLst/>
          </a:prstGeom>
          <a:solidFill>
            <a:srgbClr val="EDF5FF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205713" tIns="205713" rIns="205713" bIns="205713"/>
          <a:lstStyle>
            <a:lvl1pPr marL="0" marR="0" indent="0" algn="l" defTabSz="2438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600" b="0" i="0" u="none" strike="noStrike" cap="none" spc="0" baseline="0">
                <a:solidFill>
                  <a:schemeClr val="accent1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1pPr>
            <a:lvl2pPr marL="329184" marR="0" indent="-329184" algn="l" defTabSz="2438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Tx/>
              <a:buChar char="–"/>
              <a:tabLst/>
              <a:defRPr sz="3600" b="0" i="0" u="none" strike="noStrike" cap="none" spc="0" baseline="0">
                <a:solidFill>
                  <a:schemeClr val="tx1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2pPr>
            <a:lvl3pPr marL="658368" marR="0" indent="-329184" algn="l" defTabSz="2438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Tx/>
              <a:buChar char="•"/>
              <a:tabLst/>
              <a:defRPr sz="3600" b="0" i="0" u="none" strike="noStrike" cap="none" spc="0" baseline="0">
                <a:solidFill>
                  <a:schemeClr val="tx1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3pPr>
            <a:lvl4pPr marL="987552" marR="0" indent="-329184" algn="l" defTabSz="2438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Tx/>
              <a:buChar char="–"/>
              <a:tabLst/>
              <a:defRPr sz="3600" b="0" i="0" u="none" strike="noStrike" cap="none" spc="0" baseline="0">
                <a:solidFill>
                  <a:schemeClr val="tx1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4pPr>
            <a:lvl5pPr marL="1143000" marR="0" indent="-457200" algn="l" defTabSz="2438400" rtl="0" eaLnBrk="1" latinLnBrk="0" hangingPunct="1">
              <a:lnSpc>
                <a:spcPct val="110000"/>
              </a:lnSpc>
              <a:spcBef>
                <a:spcPts val="2900"/>
              </a:spcBef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•"/>
              <a:tabLst/>
              <a:defRPr sz="36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5pPr>
            <a:lvl6pPr marL="1843060" marR="0" indent="-389009" algn="l" defTabSz="2438400" rtl="0" eaLnBrk="1" latinLnBrk="0" hangingPunct="1">
              <a:lnSpc>
                <a:spcPct val="100000"/>
              </a:lnSpc>
              <a:spcBef>
                <a:spcPts val="2900"/>
              </a:spcBef>
              <a:spcAft>
                <a:spcPts val="0"/>
              </a:spcAft>
              <a:buClrTx/>
              <a:buSzPct val="100000"/>
              <a:buFontTx/>
              <a:buChar char="»"/>
              <a:tabLst/>
              <a:defRPr sz="36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6pPr>
            <a:lvl7pPr marL="2205631" marR="0" indent="-389009" algn="l" defTabSz="2438400" rtl="0" eaLnBrk="1" latinLnBrk="0" hangingPunct="1">
              <a:lnSpc>
                <a:spcPct val="100000"/>
              </a:lnSpc>
              <a:spcBef>
                <a:spcPts val="2900"/>
              </a:spcBef>
              <a:spcAft>
                <a:spcPts val="0"/>
              </a:spcAft>
              <a:buClrTx/>
              <a:buSzPct val="100000"/>
              <a:buFontTx/>
              <a:buChar char="»"/>
              <a:tabLst/>
              <a:defRPr sz="36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7pPr>
            <a:lvl8pPr marL="2568200" marR="0" indent="-389009" algn="l" defTabSz="2438400" rtl="0" eaLnBrk="1" latinLnBrk="0" hangingPunct="1">
              <a:lnSpc>
                <a:spcPct val="100000"/>
              </a:lnSpc>
              <a:spcBef>
                <a:spcPts val="2900"/>
              </a:spcBef>
              <a:spcAft>
                <a:spcPts val="0"/>
              </a:spcAft>
              <a:buClrTx/>
              <a:buSzPct val="100000"/>
              <a:buFontTx/>
              <a:buChar char="»"/>
              <a:tabLst/>
              <a:defRPr sz="36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8pPr>
            <a:lvl9pPr marL="2930769" marR="0" indent="-389009" algn="l" defTabSz="2438400" rtl="0" eaLnBrk="1" latinLnBrk="0" hangingPunct="1">
              <a:lnSpc>
                <a:spcPct val="100000"/>
              </a:lnSpc>
              <a:spcBef>
                <a:spcPts val="2900"/>
              </a:spcBef>
              <a:spcAft>
                <a:spcPts val="0"/>
              </a:spcAft>
              <a:buClrTx/>
              <a:buSzPct val="100000"/>
              <a:buFontTx/>
              <a:buChar char="»"/>
              <a:tabLst/>
              <a:defRPr sz="36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9pPr>
          </a:lstStyle>
          <a:p>
            <a:pPr>
              <a:spcBef>
                <a:spcPts val="750"/>
              </a:spcBef>
            </a:pPr>
            <a:endParaRPr lang="en-US" sz="1350" kern="0" dirty="0"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C9E836C4-97D9-E198-E7C4-C2E94BADE6BD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215972" y="4806000"/>
            <a:ext cx="1858324" cy="142875"/>
          </a:xfrm>
        </p:spPr>
        <p:txBody>
          <a:bodyPr/>
          <a:lstStyle/>
          <a:p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569A700F-CEF5-7B2D-B246-3671F65D69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5972" y="2813420"/>
            <a:ext cx="1858324" cy="437777"/>
          </a:xfrm>
        </p:spPr>
        <p:txBody>
          <a:bodyPr/>
          <a:lstStyle>
            <a:lvl1pPr>
              <a:lnSpc>
                <a:spcPct val="100000"/>
              </a:lnSpc>
              <a:defRPr sz="165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40CD5CE9-7B6A-475B-323C-74FE1613FB61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215972" y="3389137"/>
            <a:ext cx="1858324" cy="821356"/>
          </a:xfrm>
        </p:spPr>
        <p:txBody>
          <a:bodyPr/>
          <a:lstStyle>
            <a:lvl1pPr>
              <a:spcBef>
                <a:spcPts val="0"/>
              </a:spcBef>
              <a:defRPr sz="1050">
                <a:solidFill>
                  <a:schemeClr val="tx2"/>
                </a:solidFill>
              </a:defRPr>
            </a:lvl1pPr>
            <a:lvl2pPr>
              <a:spcBef>
                <a:spcPts val="0"/>
              </a:spcBef>
              <a:defRPr/>
            </a:lvl2pPr>
            <a:lvl3pPr>
              <a:spcBef>
                <a:spcPts val="0"/>
              </a:spcBef>
              <a:defRPr/>
            </a:lvl3pPr>
            <a:lvl4pPr>
              <a:spcBef>
                <a:spcPts val="0"/>
              </a:spcBef>
              <a:defRPr/>
            </a:lvl4pPr>
            <a:lvl5pPr>
              <a:spcBef>
                <a:spcPts val="0"/>
              </a:spcBef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Text Placeholder 4">
            <a:extLst>
              <a:ext uri="{FF2B5EF4-FFF2-40B4-BE49-F238E27FC236}">
                <a16:creationId xmlns:a16="http://schemas.microsoft.com/office/drawing/2014/main" id="{69EE90AD-8540-9465-00B8-F8C41351E6C5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215972" y="4346590"/>
            <a:ext cx="1858324" cy="214313"/>
          </a:xfrm>
        </p:spPr>
        <p:txBody>
          <a:bodyPr anchor="b"/>
          <a:lstStyle>
            <a:lvl1pPr>
              <a:spcBef>
                <a:spcPts val="0"/>
              </a:spcBef>
              <a:defRPr sz="1050" u="sng">
                <a:solidFill>
                  <a:srgbClr val="0F62FE"/>
                </a:solidFill>
              </a:defRPr>
            </a:lvl1pPr>
            <a:lvl2pPr>
              <a:spcBef>
                <a:spcPts val="0"/>
              </a:spcBef>
              <a:defRPr/>
            </a:lvl2pPr>
            <a:lvl3pPr>
              <a:spcBef>
                <a:spcPts val="0"/>
              </a:spcBef>
              <a:defRPr/>
            </a:lvl3pPr>
            <a:lvl4pPr>
              <a:spcBef>
                <a:spcPts val="0"/>
              </a:spcBef>
              <a:defRPr/>
            </a:lvl4pPr>
            <a:lvl5pPr>
              <a:spcBef>
                <a:spcPts val="0"/>
              </a:spcBef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B5233EE-2E6A-EFB7-D475-5BE525E029DA}"/>
              </a:ext>
            </a:extLst>
          </p:cNvPr>
          <p:cNvSpPr txBox="1"/>
          <p:nvPr/>
        </p:nvSpPr>
        <p:spPr>
          <a:xfrm>
            <a:off x="2774736" y="2232837"/>
            <a:ext cx="0" cy="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0" tIns="0" rIns="0" bIns="0" rtlCol="0">
            <a:noAutofit/>
          </a:bodyPr>
          <a:lstStyle/>
          <a:p>
            <a:pPr marL="166674" indent="-167531" algn="l" defTabSz="914400">
              <a:spcBef>
                <a:spcPts val="1088"/>
              </a:spcBef>
              <a:buSzPct val="100000"/>
              <a:buFontTx/>
              <a:buChar char="–"/>
            </a:pPr>
            <a:endParaRPr lang="en-US" sz="675" kern="0" dirty="0">
              <a:solidFill>
                <a:srgbClr val="000000"/>
              </a:solidFill>
              <a:ea typeface="+mj-ea"/>
              <a:cs typeface="+mj-cs"/>
              <a:sym typeface="IBM Plex Sans Light"/>
            </a:endParaRPr>
          </a:p>
        </p:txBody>
      </p:sp>
    </p:spTree>
    <p:extLst>
      <p:ext uri="{BB962C8B-B14F-4D97-AF65-F5344CB8AC3E}">
        <p14:creationId xmlns:p14="http://schemas.microsoft.com/office/powerpoint/2010/main" val="674557402"/>
      </p:ext>
    </p:extLst>
  </p:cSld>
  <p:clrMapOvr>
    <a:masterClrMapping/>
  </p:clrMapOvr>
  <p:transition spd="med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ext, 2 columns, decorative imagery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4691A7-388D-D543-2C74-58FA1F3BC2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5972" y="216027"/>
            <a:ext cx="4152331" cy="1498473"/>
          </a:xfrm>
        </p:spPr>
        <p:txBody>
          <a:bodyPr/>
          <a:lstStyle>
            <a:lvl1pPr>
              <a:lnSpc>
                <a:spcPct val="110000"/>
              </a:lnSpc>
              <a:defRPr sz="165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DE09569-73DF-2226-A7D7-ABBE84A47048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791876" y="216000"/>
            <a:ext cx="1857133" cy="4358283"/>
          </a:xfrm>
        </p:spPr>
        <p:txBody>
          <a:bodyPr/>
          <a:lstStyle>
            <a:lvl1pPr>
              <a:spcBef>
                <a:spcPts val="0"/>
              </a:spcBef>
              <a:defRPr sz="1050">
                <a:solidFill>
                  <a:schemeClr val="tx1"/>
                </a:solidFill>
              </a:defRPr>
            </a:lvl1pPr>
            <a:lvl2pPr marL="96012" indent="-96012">
              <a:spcBef>
                <a:spcPts val="0"/>
              </a:spcBef>
              <a:defRPr sz="1050">
                <a:solidFill>
                  <a:schemeClr val="tx1"/>
                </a:solidFill>
              </a:defRPr>
            </a:lvl2pPr>
            <a:lvl3pPr marL="192024" indent="-96012">
              <a:spcBef>
                <a:spcPts val="0"/>
              </a:spcBef>
              <a:defRPr sz="1050">
                <a:solidFill>
                  <a:schemeClr val="tx1"/>
                </a:solidFill>
              </a:defRPr>
            </a:lvl3pPr>
            <a:lvl4pPr marL="288036" indent="-96012">
              <a:spcBef>
                <a:spcPts val="0"/>
              </a:spcBef>
              <a:defRPr sz="1050">
                <a:solidFill>
                  <a:schemeClr val="tx1"/>
                </a:solidFill>
              </a:defRPr>
            </a:lvl4pPr>
            <a:lvl5pPr>
              <a:spcBef>
                <a:spcPts val="0"/>
              </a:spcBef>
              <a:defRPr sz="105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6" name="Text Placeholder 4">
            <a:extLst>
              <a:ext uri="{FF2B5EF4-FFF2-40B4-BE49-F238E27FC236}">
                <a16:creationId xmlns:a16="http://schemas.microsoft.com/office/drawing/2014/main" id="{9B0D0BB0-9896-0353-D972-26B687C3D8D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072582" y="216000"/>
            <a:ext cx="1852967" cy="4358283"/>
          </a:xfrm>
        </p:spPr>
        <p:txBody>
          <a:bodyPr/>
          <a:lstStyle>
            <a:lvl1pPr>
              <a:spcBef>
                <a:spcPts val="0"/>
              </a:spcBef>
              <a:defRPr sz="1050">
                <a:solidFill>
                  <a:schemeClr val="tx1"/>
                </a:solidFill>
              </a:defRPr>
            </a:lvl1pPr>
            <a:lvl2pPr marL="96012" indent="-96012">
              <a:spcBef>
                <a:spcPts val="0"/>
              </a:spcBef>
              <a:defRPr sz="1050">
                <a:solidFill>
                  <a:schemeClr val="tx1"/>
                </a:solidFill>
              </a:defRPr>
            </a:lvl2pPr>
            <a:lvl3pPr marL="192024" indent="-96012">
              <a:spcBef>
                <a:spcPts val="0"/>
              </a:spcBef>
              <a:defRPr sz="1050">
                <a:solidFill>
                  <a:schemeClr val="tx1"/>
                </a:solidFill>
              </a:defRPr>
            </a:lvl3pPr>
            <a:lvl4pPr marL="288036" indent="-96012">
              <a:spcBef>
                <a:spcPts val="0"/>
              </a:spcBef>
              <a:defRPr sz="1050">
                <a:solidFill>
                  <a:schemeClr val="tx1"/>
                </a:solidFill>
              </a:defRPr>
            </a:lvl4pPr>
            <a:lvl5pPr>
              <a:spcBef>
                <a:spcPts val="0"/>
              </a:spcBef>
              <a:defRPr sz="105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CB9B0455-A1CF-B58E-3124-86D0B0DD2BB2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215972" y="4806000"/>
            <a:ext cx="1858324" cy="142875"/>
          </a:xfrm>
        </p:spPr>
        <p:txBody>
          <a:bodyPr/>
          <a:lstStyle/>
          <a:p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B8BD536-DE70-4123-18D4-2F45B52DB7CB}"/>
              </a:ext>
            </a:extLst>
          </p:cNvPr>
          <p:cNvSpPr txBox="1"/>
          <p:nvPr/>
        </p:nvSpPr>
        <p:spPr>
          <a:xfrm>
            <a:off x="142856" y="6829425"/>
            <a:ext cx="0" cy="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0" tIns="0" rIns="0" bIns="0" rtlCol="0">
            <a:noAutofit/>
          </a:bodyPr>
          <a:lstStyle/>
          <a:p>
            <a:pPr marL="166674" indent="-167531" algn="l" defTabSz="914400">
              <a:spcBef>
                <a:spcPts val="1088"/>
              </a:spcBef>
              <a:buSzPct val="100000"/>
              <a:buFontTx/>
              <a:buChar char="–"/>
            </a:pPr>
            <a:endParaRPr lang="en-US" sz="675" kern="0" dirty="0">
              <a:solidFill>
                <a:srgbClr val="000000"/>
              </a:solidFill>
              <a:ea typeface="+mj-ea"/>
              <a:cs typeface="+mj-cs"/>
              <a:sym typeface="IBM Plex Sans Light"/>
            </a:endParaRPr>
          </a:p>
        </p:txBody>
      </p:sp>
      <p:pic>
        <p:nvPicPr>
          <p:cNvPr id="9" name="Picture 8" descr="A black and white image of circles&#10;&#10;AI-generated content may be incorrect.">
            <a:extLst>
              <a:ext uri="{FF2B5EF4-FFF2-40B4-BE49-F238E27FC236}">
                <a16:creationId xmlns:a16="http://schemas.microsoft.com/office/drawing/2014/main" id="{8561A70E-5A98-6BC0-1B3D-9336E40B30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19" y="1847537"/>
            <a:ext cx="2914271" cy="28254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495002"/>
      </p:ext>
    </p:extLst>
  </p:cSld>
  <p:clrMapOvr>
    <a:masterClrMapping/>
  </p:clrMapOvr>
  <p:transition spd="med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ext, decorative imagery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D46C39-902F-3DA0-AAF4-319DA8AE38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5972" y="216027"/>
            <a:ext cx="2783985" cy="714971"/>
          </a:xfrm>
        </p:spPr>
        <p:txBody>
          <a:bodyPr/>
          <a:lstStyle>
            <a:lvl1pPr>
              <a:lnSpc>
                <a:spcPct val="110000"/>
              </a:lnSpc>
              <a:defRPr sz="165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ABBA43D-8D00-4EDB-B803-D1EEE6CE2CB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215972" y="1142999"/>
            <a:ext cx="3786885" cy="3432572"/>
          </a:xfrm>
        </p:spPr>
        <p:txBody>
          <a:bodyPr/>
          <a:lstStyle>
            <a:lvl1pPr>
              <a:lnSpc>
                <a:spcPct val="15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1pPr>
            <a:lvl2pPr>
              <a:lnSpc>
                <a:spcPct val="15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2pPr>
            <a:lvl3pPr>
              <a:lnSpc>
                <a:spcPct val="15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3pPr>
            <a:lvl4pPr>
              <a:lnSpc>
                <a:spcPct val="15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C9E836C4-97D9-E198-E7C4-C2E94BADE6BD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215972" y="4806000"/>
            <a:ext cx="1858324" cy="142875"/>
          </a:xfrm>
        </p:spPr>
        <p:txBody>
          <a:bodyPr/>
          <a:lstStyle/>
          <a:p>
            <a:endParaRPr lang="en-US"/>
          </a:p>
        </p:txBody>
      </p:sp>
      <p:pic>
        <p:nvPicPr>
          <p:cNvPr id="7" name="Picture 6" descr="A colorful squares and rectangles&#10;&#10;AI-generated content may be incorrect.">
            <a:extLst>
              <a:ext uri="{FF2B5EF4-FFF2-40B4-BE49-F238E27FC236}">
                <a16:creationId xmlns:a16="http://schemas.microsoft.com/office/drawing/2014/main" id="{40F47F80-8BA1-40DC-D494-989B242353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1143" y="989945"/>
            <a:ext cx="2914271" cy="31636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3987444"/>
      </p:ext>
    </p:extLst>
  </p:cSld>
  <p:clrMapOvr>
    <a:masterClrMapping/>
  </p:clrMapOvr>
  <p:transition spd="med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acts, profiles, contributors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7" descr="Place bio portrait here">
            <a:extLst>
              <a:ext uri="{FF2B5EF4-FFF2-40B4-BE49-F238E27FC236}">
                <a16:creationId xmlns:a16="http://schemas.microsoft.com/office/drawing/2014/main" id="{0B1677E6-5066-100D-29D6-CCAD04C21BCE}"/>
              </a:ext>
            </a:extLst>
          </p:cNvPr>
          <p:cNvSpPr>
            <a:spLocks noGrp="1"/>
          </p:cNvSpPr>
          <p:nvPr>
            <p:ph type="pic" sz="quarter" idx="28" hasCustomPrompt="1"/>
          </p:nvPr>
        </p:nvSpPr>
        <p:spPr>
          <a:xfrm>
            <a:off x="215972" y="1141809"/>
            <a:ext cx="923281" cy="928688"/>
          </a:xfrm>
          <a:solidFill>
            <a:srgbClr val="E0E0E0"/>
          </a:solidFill>
        </p:spPr>
        <p:txBody>
          <a:bodyPr anchor="ctr"/>
          <a:lstStyle>
            <a:lvl1pPr algn="ctr">
              <a:defRPr>
                <a:solidFill>
                  <a:schemeClr val="accent5"/>
                </a:solidFill>
              </a:defRPr>
            </a:lvl1pPr>
          </a:lstStyle>
          <a:p>
            <a:r>
              <a:rPr lang="en-US" dirty="0"/>
              <a:t>Place imagery here</a:t>
            </a:r>
          </a:p>
        </p:txBody>
      </p:sp>
      <p:sp>
        <p:nvSpPr>
          <p:cNvPr id="13" name="Picture Placeholder 7" descr="Place bio portrait here">
            <a:extLst>
              <a:ext uri="{FF2B5EF4-FFF2-40B4-BE49-F238E27FC236}">
                <a16:creationId xmlns:a16="http://schemas.microsoft.com/office/drawing/2014/main" id="{3DCE12BA-53E1-8B67-A029-029F1E6F9163}"/>
              </a:ext>
            </a:extLst>
          </p:cNvPr>
          <p:cNvSpPr>
            <a:spLocks noGrp="1"/>
          </p:cNvSpPr>
          <p:nvPr>
            <p:ph type="pic" sz="quarter" idx="30" hasCustomPrompt="1"/>
          </p:nvPr>
        </p:nvSpPr>
        <p:spPr>
          <a:xfrm>
            <a:off x="215972" y="2286000"/>
            <a:ext cx="923281" cy="928688"/>
          </a:xfrm>
          <a:solidFill>
            <a:srgbClr val="E0E0E0"/>
          </a:solidFill>
        </p:spPr>
        <p:txBody>
          <a:bodyPr anchor="ctr"/>
          <a:lstStyle>
            <a:lvl1pPr marL="0" marR="0" indent="0" algn="ctr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solidFill>
                  <a:schemeClr val="accent5"/>
                </a:solidFill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Place imagery here</a:t>
            </a:r>
          </a:p>
        </p:txBody>
      </p:sp>
      <p:sp>
        <p:nvSpPr>
          <p:cNvPr id="15" name="Picture Placeholder 7" descr="Place bio portrait here">
            <a:extLst>
              <a:ext uri="{FF2B5EF4-FFF2-40B4-BE49-F238E27FC236}">
                <a16:creationId xmlns:a16="http://schemas.microsoft.com/office/drawing/2014/main" id="{05E149CA-A25F-74EE-93DF-1A877CDE924F}"/>
              </a:ext>
            </a:extLst>
          </p:cNvPr>
          <p:cNvSpPr>
            <a:spLocks noGrp="1"/>
          </p:cNvSpPr>
          <p:nvPr>
            <p:ph type="pic" sz="quarter" idx="32" hasCustomPrompt="1"/>
          </p:nvPr>
        </p:nvSpPr>
        <p:spPr>
          <a:xfrm>
            <a:off x="215972" y="3427809"/>
            <a:ext cx="923281" cy="928688"/>
          </a:xfrm>
          <a:solidFill>
            <a:srgbClr val="E0E0E0"/>
          </a:solidFill>
        </p:spPr>
        <p:txBody>
          <a:bodyPr anchor="ctr"/>
          <a:lstStyle>
            <a:lvl1pPr marL="0" marR="0" indent="0" algn="ctr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solidFill>
                  <a:schemeClr val="accent5"/>
                </a:solidFill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Place imagery here</a:t>
            </a:r>
          </a:p>
        </p:txBody>
      </p:sp>
      <p:sp>
        <p:nvSpPr>
          <p:cNvPr id="25" name="Picture Placeholder 7" descr="Place bio portrait here">
            <a:extLst>
              <a:ext uri="{FF2B5EF4-FFF2-40B4-BE49-F238E27FC236}">
                <a16:creationId xmlns:a16="http://schemas.microsoft.com/office/drawing/2014/main" id="{AAC7C1AD-0F8C-4D02-0112-981444AFE98D}"/>
              </a:ext>
            </a:extLst>
          </p:cNvPr>
          <p:cNvSpPr>
            <a:spLocks noGrp="1"/>
          </p:cNvSpPr>
          <p:nvPr>
            <p:ph type="pic" sz="quarter" idx="34" hasCustomPrompt="1"/>
          </p:nvPr>
        </p:nvSpPr>
        <p:spPr>
          <a:xfrm>
            <a:off x="4791876" y="1141809"/>
            <a:ext cx="922281" cy="928688"/>
          </a:xfrm>
          <a:solidFill>
            <a:srgbClr val="E0E0E0"/>
          </a:solidFill>
        </p:spPr>
        <p:txBody>
          <a:bodyPr anchor="ctr"/>
          <a:lstStyle>
            <a:lvl1pPr marL="0" marR="0" indent="0" algn="ctr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solidFill>
                  <a:schemeClr val="accent5"/>
                </a:solidFill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Place imagery here</a:t>
            </a:r>
          </a:p>
        </p:txBody>
      </p:sp>
      <p:sp>
        <p:nvSpPr>
          <p:cNvPr id="27" name="Picture Placeholder 7" descr="Place bio portrait here">
            <a:extLst>
              <a:ext uri="{FF2B5EF4-FFF2-40B4-BE49-F238E27FC236}">
                <a16:creationId xmlns:a16="http://schemas.microsoft.com/office/drawing/2014/main" id="{22271FFB-E2D1-459B-4089-A291A1110AE8}"/>
              </a:ext>
            </a:extLst>
          </p:cNvPr>
          <p:cNvSpPr>
            <a:spLocks noGrp="1"/>
          </p:cNvSpPr>
          <p:nvPr>
            <p:ph type="pic" sz="quarter" idx="36" hasCustomPrompt="1"/>
          </p:nvPr>
        </p:nvSpPr>
        <p:spPr>
          <a:xfrm>
            <a:off x="4791876" y="2286000"/>
            <a:ext cx="922281" cy="928688"/>
          </a:xfrm>
          <a:solidFill>
            <a:srgbClr val="E0E0E0"/>
          </a:solidFill>
        </p:spPr>
        <p:txBody>
          <a:bodyPr anchor="ctr"/>
          <a:lstStyle>
            <a:lvl1pPr marL="0" marR="0" indent="0" algn="ctr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solidFill>
                  <a:schemeClr val="accent5"/>
                </a:solidFill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Place imagery here</a:t>
            </a:r>
          </a:p>
        </p:txBody>
      </p:sp>
      <p:sp>
        <p:nvSpPr>
          <p:cNvPr id="29" name="Picture Placeholder 7" descr="Place bio portrait here">
            <a:extLst>
              <a:ext uri="{FF2B5EF4-FFF2-40B4-BE49-F238E27FC236}">
                <a16:creationId xmlns:a16="http://schemas.microsoft.com/office/drawing/2014/main" id="{F3C99020-5BF1-8A8C-BDCB-42766A5B9BE5}"/>
              </a:ext>
            </a:extLst>
          </p:cNvPr>
          <p:cNvSpPr>
            <a:spLocks noGrp="1"/>
          </p:cNvSpPr>
          <p:nvPr>
            <p:ph type="pic" sz="quarter" idx="38" hasCustomPrompt="1"/>
          </p:nvPr>
        </p:nvSpPr>
        <p:spPr>
          <a:xfrm>
            <a:off x="4791876" y="3427809"/>
            <a:ext cx="922281" cy="928688"/>
          </a:xfrm>
          <a:solidFill>
            <a:srgbClr val="E0E0E0"/>
          </a:solidFill>
        </p:spPr>
        <p:txBody>
          <a:bodyPr anchor="ctr"/>
          <a:lstStyle>
            <a:lvl1pPr marL="0" marR="0" indent="0" algn="ctr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solidFill>
                  <a:schemeClr val="accent5"/>
                </a:solidFill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Place imagery here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75D0BFE-82FD-94B0-E6D9-A9096777C8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5972" y="216027"/>
            <a:ext cx="3210201" cy="572096"/>
          </a:xfrm>
        </p:spPr>
        <p:txBody>
          <a:bodyPr/>
          <a:lstStyle>
            <a:lvl1pPr>
              <a:lnSpc>
                <a:spcPct val="110000"/>
              </a:lnSpc>
              <a:defRPr sz="165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8" name="Text Placeholder 9">
            <a:extLst>
              <a:ext uri="{FF2B5EF4-FFF2-40B4-BE49-F238E27FC236}">
                <a16:creationId xmlns:a16="http://schemas.microsoft.com/office/drawing/2014/main" id="{31D025A0-5106-DFB0-90B1-8B366B78913F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1285708" y="1141809"/>
            <a:ext cx="2140465" cy="928688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1pPr>
            <a:lvl2pPr marL="96012" indent="-96012"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2pPr>
            <a:lvl3pPr marL="192024" indent="-96012"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3pPr>
            <a:lvl4pPr marL="288036" indent="-96012"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126F49A0-96BE-0B44-B1C8-17D765B10B3E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285708" y="2286000"/>
            <a:ext cx="2140465" cy="928688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1pPr>
            <a:lvl2pPr marL="96012" indent="-96012"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2pPr>
            <a:lvl3pPr marL="192024" indent="-96012"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3pPr>
            <a:lvl4pPr marL="288036" indent="-96012"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2" name="Text Placeholder 9">
            <a:extLst>
              <a:ext uri="{FF2B5EF4-FFF2-40B4-BE49-F238E27FC236}">
                <a16:creationId xmlns:a16="http://schemas.microsoft.com/office/drawing/2014/main" id="{D4772377-8015-4C99-7ED3-E4475C524D2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285708" y="3427809"/>
            <a:ext cx="2140465" cy="928688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1pPr>
            <a:lvl2pPr marL="96012" indent="-96012"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2pPr>
            <a:lvl3pPr marL="192024" indent="-96012"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3pPr>
            <a:lvl4pPr marL="288036" indent="-96012"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4" name="Text Placeholder 9">
            <a:extLst>
              <a:ext uri="{FF2B5EF4-FFF2-40B4-BE49-F238E27FC236}">
                <a16:creationId xmlns:a16="http://schemas.microsoft.com/office/drawing/2014/main" id="{3E3566C7-C728-77B2-2A34-BBB83D482F56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5855922" y="1141809"/>
            <a:ext cx="2140465" cy="928688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1pPr>
            <a:lvl2pPr marL="96012" indent="-96012"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2pPr>
            <a:lvl3pPr marL="192024" indent="-96012"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3pPr>
            <a:lvl4pPr marL="288036" indent="-96012"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0" name="Text Placeholder 9">
            <a:extLst>
              <a:ext uri="{FF2B5EF4-FFF2-40B4-BE49-F238E27FC236}">
                <a16:creationId xmlns:a16="http://schemas.microsoft.com/office/drawing/2014/main" id="{A52D1EA1-405F-7875-BAB9-B258776E1460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5855922" y="2286000"/>
            <a:ext cx="2140465" cy="928688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1pPr>
            <a:lvl2pPr marL="96012" indent="-96012"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2pPr>
            <a:lvl3pPr marL="192024" indent="-96012"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3pPr>
            <a:lvl4pPr marL="288036" indent="-96012"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2" name="Text Placeholder 9">
            <a:extLst>
              <a:ext uri="{FF2B5EF4-FFF2-40B4-BE49-F238E27FC236}">
                <a16:creationId xmlns:a16="http://schemas.microsoft.com/office/drawing/2014/main" id="{73849969-24A3-113A-C58E-4A4B0FB29BAD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5855922" y="3427809"/>
            <a:ext cx="2140465" cy="928688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1pPr>
            <a:lvl2pPr marL="96012" indent="-96012"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2pPr>
            <a:lvl3pPr marL="192024" indent="-96012"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3pPr>
            <a:lvl4pPr marL="288036" indent="-96012"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7D4D4C25-96EE-FF6D-B301-962CD7A63666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215972" y="4806000"/>
            <a:ext cx="1858324" cy="142875"/>
          </a:xfrm>
        </p:spPr>
        <p:txBody>
          <a:bodyPr/>
          <a:lstStyle/>
          <a:p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1183CD0-31C4-8F7A-458A-3A36F0E11350}"/>
              </a:ext>
            </a:extLst>
          </p:cNvPr>
          <p:cNvSpPr txBox="1"/>
          <p:nvPr/>
        </p:nvSpPr>
        <p:spPr>
          <a:xfrm>
            <a:off x="2894337" y="4840472"/>
            <a:ext cx="0" cy="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0" tIns="0" rIns="0" bIns="0" rtlCol="0">
            <a:noAutofit/>
          </a:bodyPr>
          <a:lstStyle/>
          <a:p>
            <a:pPr marL="166674" indent="-167531" algn="l" defTabSz="914400">
              <a:spcBef>
                <a:spcPts val="1088"/>
              </a:spcBef>
              <a:buSzPct val="100000"/>
              <a:buFontTx/>
              <a:buChar char="–"/>
            </a:pPr>
            <a:endParaRPr lang="en-US" sz="675" kern="0" dirty="0">
              <a:solidFill>
                <a:srgbClr val="000000"/>
              </a:solidFill>
              <a:ea typeface="+mj-ea"/>
              <a:cs typeface="+mj-cs"/>
              <a:sym typeface="IBM Plex Sans Light"/>
            </a:endParaRPr>
          </a:p>
        </p:txBody>
      </p:sp>
    </p:spTree>
    <p:extLst>
      <p:ext uri="{BB962C8B-B14F-4D97-AF65-F5344CB8AC3E}">
        <p14:creationId xmlns:p14="http://schemas.microsoft.com/office/powerpoint/2010/main" val="941597328"/>
      </p:ext>
    </p:extLst>
  </p:cSld>
  <p:clrMapOvr>
    <a:masterClrMapping/>
  </p:clrMapOvr>
  <p:transition spd="med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nd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IBM 8-bar logo">
            <a:extLst>
              <a:ext uri="{FF2B5EF4-FFF2-40B4-BE49-F238E27FC236}">
                <a16:creationId xmlns:a16="http://schemas.microsoft.com/office/drawing/2014/main" id="{F7060FE5-C047-4041-AB41-F553D2847E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24003" y="2313173"/>
            <a:ext cx="1295993" cy="5171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24172197"/>
      </p:ext>
    </p:extLst>
  </p:cSld>
  <p:clrMapOvr>
    <a:masterClrMapping/>
  </p:clrMapOvr>
  <p:transition spd="med"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EL_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8CF8C5A-89D9-07C1-73F9-57F5B85F236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sz="3150"/>
            </a:lvl1pPr>
          </a:lstStyle>
          <a:p>
            <a:r>
              <a:rPr lang="de-DE" dirty="0"/>
              <a:t>Titel</a:t>
            </a:r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81E33161-2019-120F-93DE-A5492AA0D9CC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215972" y="1212652"/>
            <a:ext cx="8470221" cy="3286720"/>
          </a:xfrm>
        </p:spPr>
        <p:txBody>
          <a:bodyPr/>
          <a:lstStyle>
            <a:lvl1pPr>
              <a:defRPr sz="1650"/>
            </a:lvl1pPr>
          </a:lstStyle>
          <a:p>
            <a:pPr lvl="0"/>
            <a:r>
              <a:rPr lang="de-DE" dirty="0"/>
              <a:t>Titel Text</a:t>
            </a:r>
          </a:p>
        </p:txBody>
      </p:sp>
    </p:spTree>
    <p:extLst>
      <p:ext uri="{BB962C8B-B14F-4D97-AF65-F5344CB8AC3E}">
        <p14:creationId xmlns:p14="http://schemas.microsoft.com/office/powerpoint/2010/main" val="142741469"/>
      </p:ext>
    </p:extLst>
  </p:cSld>
  <p:clrMapOvr>
    <a:masterClrMapping/>
  </p:clrMapOvr>
  <p:transition spd="med"/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EL_Two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7EAD598B-31BC-E613-6A0C-C5C23A0BFCD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de-DE" dirty="0"/>
              <a:t>Titel</a:t>
            </a:r>
          </a:p>
        </p:txBody>
      </p:sp>
      <p:sp>
        <p:nvSpPr>
          <p:cNvPr id="8" name="Textplatzhalter 7">
            <a:extLst>
              <a:ext uri="{FF2B5EF4-FFF2-40B4-BE49-F238E27FC236}">
                <a16:creationId xmlns:a16="http://schemas.microsoft.com/office/drawing/2014/main" id="{EF177E5D-A4B0-59EA-3725-C88E5C5F5AE2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5972" y="1262657"/>
            <a:ext cx="4049473" cy="3240000"/>
          </a:xfrm>
        </p:spPr>
        <p:txBody>
          <a:bodyPr/>
          <a:lstStyle>
            <a:lvl1pPr marL="108000" indent="-108000">
              <a:lnSpc>
                <a:spcPct val="150000"/>
              </a:lnSpc>
              <a:buFont typeface="Arial" panose="020B0604020202020204" pitchFamily="34" charset="0"/>
              <a:buChar char="•"/>
              <a:tabLst/>
              <a:defRPr/>
            </a:lvl1pPr>
          </a:lstStyle>
          <a:p>
            <a:pPr lvl="0"/>
            <a:r>
              <a:rPr lang="de-DE" dirty="0"/>
              <a:t> Textblock 1 (Bullet Points)</a:t>
            </a:r>
          </a:p>
        </p:txBody>
      </p:sp>
      <p:sp>
        <p:nvSpPr>
          <p:cNvPr id="12" name="Inhaltsplatzhalter 11">
            <a:extLst>
              <a:ext uri="{FF2B5EF4-FFF2-40B4-BE49-F238E27FC236}">
                <a16:creationId xmlns:a16="http://schemas.microsoft.com/office/drawing/2014/main" id="{28583875-4D4C-97FF-623E-258C0651685F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4636720" y="1262657"/>
            <a:ext cx="4049473" cy="3240000"/>
          </a:xfrm>
        </p:spPr>
        <p:txBody>
          <a:bodyPr/>
          <a:lstStyle>
            <a:lvl1pPr marL="108000" indent="-108000">
              <a:lnSpc>
                <a:spcPct val="150000"/>
              </a:lnSpc>
              <a:buFont typeface="Arial" panose="020B0604020202020204" pitchFamily="34" charset="0"/>
              <a:buChar char="•"/>
              <a:tabLst/>
              <a:defRPr/>
            </a:lvl1pPr>
          </a:lstStyle>
          <a:p>
            <a:pPr lvl="0"/>
            <a:r>
              <a:rPr lang="de-DE" dirty="0"/>
              <a:t>Text oder Bild</a:t>
            </a:r>
          </a:p>
          <a:p>
            <a:pPr lvl="0"/>
            <a:endParaRPr lang="de-DE" dirty="0"/>
          </a:p>
        </p:txBody>
      </p:sp>
      <p:sp>
        <p:nvSpPr>
          <p:cNvPr id="13" name="Fußzeilenplatzhalter 12">
            <a:extLst>
              <a:ext uri="{FF2B5EF4-FFF2-40B4-BE49-F238E27FC236}">
                <a16:creationId xmlns:a16="http://schemas.microsoft.com/office/drawing/2014/main" id="{4DDF143F-EC05-F45E-E073-B447EDB39C63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4" name="Foliennummernplatzhalter 13">
            <a:extLst>
              <a:ext uri="{FF2B5EF4-FFF2-40B4-BE49-F238E27FC236}">
                <a16:creationId xmlns:a16="http://schemas.microsoft.com/office/drawing/2014/main" id="{AC13AA5D-C372-BBFF-C6D2-A25D75A6BA19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pic>
        <p:nvPicPr>
          <p:cNvPr id="15" name="Picture 11" descr="IBM 8-bar logo">
            <a:extLst>
              <a:ext uri="{FF2B5EF4-FFF2-40B4-BE49-F238E27FC236}">
                <a16:creationId xmlns:a16="http://schemas.microsoft.com/office/drawing/2014/main" id="{A1151474-9DFE-813B-4997-141BDA6BE4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09396" y="4736957"/>
            <a:ext cx="576797" cy="2146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4674213"/>
      </p:ext>
    </p:extLst>
  </p:cSld>
  <p:clrMapOvr>
    <a:masterClrMapping/>
  </p:clrMapOvr>
  <p:transition spd="med"/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EC22CE22-4A72-C394-2534-3F9CEE59420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15972" y="116681"/>
            <a:ext cx="4140635" cy="598050"/>
          </a:xfrm>
        </p:spPr>
        <p:txBody>
          <a:bodyPr>
            <a:normAutofit/>
          </a:bodyPr>
          <a:lstStyle>
            <a:lvl1pPr>
              <a:lnSpc>
                <a:spcPct val="100000"/>
              </a:lnSpc>
              <a:defRPr sz="3150">
                <a:solidFill>
                  <a:schemeClr val="tx2"/>
                </a:solidFill>
              </a:defRPr>
            </a:lvl1pPr>
          </a:lstStyle>
          <a:p>
            <a:r>
              <a:rPr lang="en-GB" dirty="0"/>
              <a:t>Context</a:t>
            </a:r>
            <a:br>
              <a:rPr lang="en-GB" dirty="0"/>
            </a:br>
            <a:endParaRPr lang="en-US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37DD14A4-4960-2A34-723D-4DBAE72BD372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A50CB334-ABFA-B7A4-7601-1E09444B090E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10" name="Textplatzhalter 9">
            <a:extLst>
              <a:ext uri="{FF2B5EF4-FFF2-40B4-BE49-F238E27FC236}">
                <a16:creationId xmlns:a16="http://schemas.microsoft.com/office/drawing/2014/main" id="{9239D058-EF20-35E6-6D27-A55F5EB9184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02462" y="1085850"/>
            <a:ext cx="4154145" cy="3686175"/>
          </a:xfrm>
        </p:spPr>
        <p:txBody>
          <a:bodyPr lIns="0">
            <a:noAutofit/>
          </a:bodyPr>
          <a:lstStyle>
            <a:lvl1pPr marL="108000" indent="-108000">
              <a:lnSpc>
                <a:spcPct val="150000"/>
              </a:lnSpc>
              <a:buFont typeface="Arial" panose="020B0604020202020204" pitchFamily="34" charset="0"/>
              <a:buChar char="•"/>
              <a:tabLst/>
              <a:defRPr/>
            </a:lvl1pPr>
          </a:lstStyle>
          <a:p>
            <a:pPr lvl="0"/>
            <a:r>
              <a:rPr lang="de-DE" dirty="0" err="1"/>
              <a:t>Lorem</a:t>
            </a:r>
            <a:r>
              <a:rPr lang="de-DE" dirty="0"/>
              <a:t> </a:t>
            </a:r>
            <a:r>
              <a:rPr lang="de-DE" dirty="0" err="1"/>
              <a:t>ipsum</a:t>
            </a:r>
            <a:endParaRPr lang="de-DE" dirty="0"/>
          </a:p>
          <a:p>
            <a:pPr lvl="0"/>
            <a:r>
              <a:rPr lang="de-DE" dirty="0" err="1"/>
              <a:t>Lorem</a:t>
            </a:r>
            <a:r>
              <a:rPr lang="de-DE" dirty="0"/>
              <a:t> </a:t>
            </a:r>
            <a:r>
              <a:rPr lang="de-DE" dirty="0" err="1"/>
              <a:t>ipsum</a:t>
            </a:r>
            <a:endParaRPr lang="de-DE" dirty="0"/>
          </a:p>
          <a:p>
            <a:pPr lvl="0"/>
            <a:r>
              <a:rPr lang="de-DE" dirty="0" err="1"/>
              <a:t>Lorem</a:t>
            </a:r>
            <a:r>
              <a:rPr lang="de-DE" dirty="0"/>
              <a:t> </a:t>
            </a:r>
            <a:r>
              <a:rPr lang="de-DE" dirty="0" err="1"/>
              <a:t>ipsum</a:t>
            </a:r>
            <a:r>
              <a:rPr lang="de-DE" dirty="0"/>
              <a:t> </a:t>
            </a:r>
          </a:p>
          <a:p>
            <a:pPr lvl="0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429609555"/>
      </p:ext>
    </p:extLst>
  </p:cSld>
  <p:clrMapOvr>
    <a:masterClrMapping/>
  </p:clrMapOvr>
  <p:transition spd="med"/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EL_Contex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EC22CE22-4A72-C394-2534-3F9CEE59420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15972" y="116681"/>
            <a:ext cx="4140635" cy="598050"/>
          </a:xfrm>
        </p:spPr>
        <p:txBody>
          <a:bodyPr>
            <a:normAutofit/>
          </a:bodyPr>
          <a:lstStyle>
            <a:lvl1pPr>
              <a:lnSpc>
                <a:spcPct val="100000"/>
              </a:lnSpc>
              <a:defRPr sz="3150">
                <a:solidFill>
                  <a:schemeClr val="tx2"/>
                </a:solidFill>
              </a:defRPr>
            </a:lvl1pPr>
          </a:lstStyle>
          <a:p>
            <a:r>
              <a:rPr lang="en-GB" dirty="0"/>
              <a:t>Context</a:t>
            </a:r>
            <a:br>
              <a:rPr lang="en-GB" dirty="0"/>
            </a:br>
            <a:endParaRPr lang="en-US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37DD14A4-4960-2A34-723D-4DBAE72BD372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A50CB334-ABFA-B7A4-7601-1E09444B090E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10" name="Textplatzhalter 9">
            <a:extLst>
              <a:ext uri="{FF2B5EF4-FFF2-40B4-BE49-F238E27FC236}">
                <a16:creationId xmlns:a16="http://schemas.microsoft.com/office/drawing/2014/main" id="{9239D058-EF20-35E6-6D27-A55F5EB9184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02462" y="1085850"/>
            <a:ext cx="4154145" cy="3686175"/>
          </a:xfrm>
        </p:spPr>
        <p:txBody>
          <a:bodyPr lIns="0">
            <a:noAutofit/>
          </a:bodyPr>
          <a:lstStyle>
            <a:lvl1pPr marL="108000" indent="-108000">
              <a:lnSpc>
                <a:spcPct val="150000"/>
              </a:lnSpc>
              <a:buFont typeface="Arial" panose="020B0604020202020204" pitchFamily="34" charset="0"/>
              <a:buChar char="•"/>
              <a:tabLst/>
              <a:defRPr/>
            </a:lvl1pPr>
          </a:lstStyle>
          <a:p>
            <a:pPr lvl="0"/>
            <a:r>
              <a:rPr lang="de-DE" dirty="0" err="1"/>
              <a:t>Lorem</a:t>
            </a:r>
            <a:r>
              <a:rPr lang="de-DE" dirty="0"/>
              <a:t> </a:t>
            </a:r>
            <a:r>
              <a:rPr lang="de-DE" dirty="0" err="1"/>
              <a:t>ipsum</a:t>
            </a:r>
            <a:endParaRPr lang="de-DE" dirty="0"/>
          </a:p>
          <a:p>
            <a:pPr lvl="0"/>
            <a:r>
              <a:rPr lang="de-DE" dirty="0" err="1"/>
              <a:t>Lorem</a:t>
            </a:r>
            <a:r>
              <a:rPr lang="de-DE" dirty="0"/>
              <a:t> </a:t>
            </a:r>
            <a:r>
              <a:rPr lang="de-DE" dirty="0" err="1"/>
              <a:t>ipsum</a:t>
            </a:r>
            <a:endParaRPr lang="de-DE" dirty="0"/>
          </a:p>
          <a:p>
            <a:pPr lvl="0"/>
            <a:r>
              <a:rPr lang="de-DE" dirty="0" err="1"/>
              <a:t>Lorem</a:t>
            </a:r>
            <a:r>
              <a:rPr lang="de-DE" dirty="0"/>
              <a:t> </a:t>
            </a:r>
            <a:r>
              <a:rPr lang="de-DE" dirty="0" err="1"/>
              <a:t>ipsum</a:t>
            </a:r>
            <a:r>
              <a:rPr lang="de-DE" dirty="0"/>
              <a:t> </a:t>
            </a:r>
          </a:p>
          <a:p>
            <a:pPr lvl="0"/>
            <a:endParaRPr lang="de-DE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8782AFF6-BFFF-C98C-B439-C126962711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27748" y="1208033"/>
            <a:ext cx="2977106" cy="29774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2717125"/>
      </p:ext>
    </p:extLst>
  </p:cSld>
  <p:clrMapOvr>
    <a:masterClrMapping/>
  </p:clrMapOvr>
  <p:transition spd="med"/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EL_ImageFoc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DE3C29D9-EA15-C503-283E-E8CF5DDD8DC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15972" y="214535"/>
            <a:ext cx="8470194" cy="416195"/>
          </a:xfrm>
        </p:spPr>
        <p:txBody>
          <a:bodyPr/>
          <a:lstStyle/>
          <a:p>
            <a:r>
              <a:rPr lang="de-DE" dirty="0"/>
              <a:t>Titel Bild</a:t>
            </a:r>
          </a:p>
        </p:txBody>
      </p:sp>
      <p:sp>
        <p:nvSpPr>
          <p:cNvPr id="8" name="Onlinebild-Platzhalter 7">
            <a:extLst>
              <a:ext uri="{FF2B5EF4-FFF2-40B4-BE49-F238E27FC236}">
                <a16:creationId xmlns:a16="http://schemas.microsoft.com/office/drawing/2014/main" id="{AE106E59-5AC4-DD17-9FE4-9EC228E339E1}"/>
              </a:ext>
            </a:extLst>
          </p:cNvPr>
          <p:cNvSpPr>
            <a:spLocks noGrp="1"/>
          </p:cNvSpPr>
          <p:nvPr>
            <p:ph type="clipArt" sz="quarter" idx="12"/>
          </p:nvPr>
        </p:nvSpPr>
        <p:spPr>
          <a:xfrm>
            <a:off x="951087" y="805851"/>
            <a:ext cx="6999964" cy="3152775"/>
          </a:xfrm>
        </p:spPr>
        <p:txBody>
          <a:bodyPr/>
          <a:lstStyle/>
          <a:p>
            <a:r>
              <a:rPr lang="en-US"/>
              <a:t>Click icon to add online image</a:t>
            </a:r>
            <a:endParaRPr lang="de-DE"/>
          </a:p>
        </p:txBody>
      </p:sp>
      <p:sp>
        <p:nvSpPr>
          <p:cNvPr id="10" name="Textplatzhalter 9">
            <a:extLst>
              <a:ext uri="{FF2B5EF4-FFF2-40B4-BE49-F238E27FC236}">
                <a16:creationId xmlns:a16="http://schemas.microsoft.com/office/drawing/2014/main" id="{E2F77654-C418-50AD-271A-050B0C8D16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15972" y="4075408"/>
            <a:ext cx="4955331" cy="381000"/>
          </a:xfrm>
        </p:spPr>
        <p:txBody>
          <a:bodyPr/>
          <a:lstStyle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1"/>
            <a:r>
              <a:rPr lang="de-DE" dirty="0"/>
              <a:t>Bildunterschrift</a:t>
            </a:r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E75E92CF-055E-5A5B-DA01-5897A17F2F54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DB2A9463-62BB-5A73-8375-92A7660DA5E0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pic>
        <p:nvPicPr>
          <p:cNvPr id="3" name="Picture 11" descr="IBM 8-bar logo">
            <a:extLst>
              <a:ext uri="{FF2B5EF4-FFF2-40B4-BE49-F238E27FC236}">
                <a16:creationId xmlns:a16="http://schemas.microsoft.com/office/drawing/2014/main" id="{0AC3A6E2-E66D-29A2-3A3A-7778B3FA68B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09396" y="4736957"/>
            <a:ext cx="576797" cy="2146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8209126"/>
      </p:ext>
    </p:extLst>
  </p:cSld>
  <p:clrMapOvr>
    <a:masterClrMapping/>
  </p:clrMapOvr>
  <p:transition spd="med"/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EL_End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IBM 8-bar logo">
            <a:extLst>
              <a:ext uri="{FF2B5EF4-FFF2-40B4-BE49-F238E27FC236}">
                <a16:creationId xmlns:a16="http://schemas.microsoft.com/office/drawing/2014/main" id="{F7060FE5-C047-4041-AB41-F553D2847E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24003" y="2313173"/>
            <a:ext cx="1295993" cy="517155"/>
          </a:xfrm>
          <a:prstGeom prst="rect">
            <a:avLst/>
          </a:prstGeom>
        </p:spPr>
      </p:pic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BC69B098-A2DB-3DD8-CB84-89289E7F4A40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0720527"/>
      </p:ext>
    </p:extLst>
  </p:cSld>
  <p:clrMapOvr>
    <a:masterClrMapping/>
  </p:clrMapOvr>
  <p:transition spd="med"/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Cover, plai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B36957-63E4-1587-AB6D-C18AE4E04D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5999" y="144018"/>
            <a:ext cx="4143431" cy="1715095"/>
          </a:xfrm>
        </p:spPr>
        <p:txBody>
          <a:bodyPr/>
          <a:lstStyle>
            <a:lvl1pPr>
              <a:lnSpc>
                <a:spcPct val="100000"/>
              </a:lnSpc>
              <a:defRPr sz="3225" b="0" i="0">
                <a:latin typeface="IBM Plex Sans Light" panose="020B0403050203000203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69469442"/>
      </p:ext>
    </p:extLst>
  </p:cSld>
  <p:clrMapOvr>
    <a:masterClrMapping/>
  </p:clrMapOvr>
  <p:transition spd="med"/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_Text, 1 wide column, divid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DD740D-848C-40A7-AB96-E7B74E0A80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5999" y="144018"/>
            <a:ext cx="1855943" cy="428030"/>
          </a:xfrm>
        </p:spPr>
        <p:txBody>
          <a:bodyPr/>
          <a:lstStyle>
            <a:lvl1pPr>
              <a:lnSpc>
                <a:spcPct val="100000"/>
              </a:lnSpc>
              <a:defRPr sz="2399">
                <a:solidFill>
                  <a:schemeClr val="tx2"/>
                </a:solidFill>
                <a:latin typeface="IBM Plex Sans" panose="020B0503050203000203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9E6C7C8-F097-FDD3-FF97-3FC4133BC68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499987" y="1285875"/>
            <a:ext cx="1856539" cy="3214688"/>
          </a:xfrm>
        </p:spPr>
        <p:txBody>
          <a:bodyPr/>
          <a:lstStyle>
            <a:lvl1pPr>
              <a:spcBef>
                <a:spcPts val="0"/>
              </a:spcBef>
              <a:defRPr sz="1049" b="0" i="0">
                <a:solidFill>
                  <a:schemeClr val="tx1"/>
                </a:solidFill>
                <a:latin typeface="IBM Plex Sans" panose="020B0503050203000203" pitchFamily="34" charset="0"/>
              </a:defRPr>
            </a:lvl1pPr>
            <a:lvl2pPr marL="95974" indent="-95974">
              <a:spcBef>
                <a:spcPts val="0"/>
              </a:spcBef>
              <a:defRPr sz="1049" b="0" i="0">
                <a:solidFill>
                  <a:schemeClr val="tx1"/>
                </a:solidFill>
                <a:latin typeface="IBM Plex Sans" panose="020B0503050203000203" pitchFamily="34" charset="0"/>
              </a:defRPr>
            </a:lvl2pPr>
            <a:lvl3pPr marL="191948" indent="-95974">
              <a:spcBef>
                <a:spcPts val="0"/>
              </a:spcBef>
              <a:defRPr sz="1049" b="0" i="0">
                <a:solidFill>
                  <a:schemeClr val="tx1"/>
                </a:solidFill>
                <a:latin typeface="IBM Plex Sans" panose="020B0503050203000203" pitchFamily="34" charset="0"/>
              </a:defRPr>
            </a:lvl3pPr>
            <a:lvl4pPr marL="287921" indent="-95974">
              <a:spcBef>
                <a:spcPts val="0"/>
              </a:spcBef>
              <a:defRPr sz="1049" b="0" i="0">
                <a:solidFill>
                  <a:schemeClr val="tx1"/>
                </a:solidFill>
                <a:latin typeface="IBM Plex Sans" panose="020B0503050203000203" pitchFamily="34" charset="0"/>
              </a:defRPr>
            </a:lvl4pPr>
            <a:lvl5pPr>
              <a:spcBef>
                <a:spcPts val="0"/>
              </a:spcBef>
              <a:defRPr sz="1049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E0B684B-61D6-CF9E-57FC-892D7CEE8D1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785690" y="1285875"/>
            <a:ext cx="3785694" cy="3214688"/>
          </a:xfrm>
        </p:spPr>
        <p:txBody>
          <a:bodyPr/>
          <a:lstStyle>
            <a:lvl1pPr>
              <a:spcBef>
                <a:spcPts val="0"/>
              </a:spcBef>
              <a:defRPr sz="1049" b="0" i="0">
                <a:solidFill>
                  <a:schemeClr val="tx1"/>
                </a:solidFill>
                <a:latin typeface="IBM Plex Sans" panose="020B0503050203000203" pitchFamily="34" charset="0"/>
              </a:defRPr>
            </a:lvl1pPr>
            <a:lvl2pPr marL="95974" indent="-95974">
              <a:spcBef>
                <a:spcPts val="0"/>
              </a:spcBef>
              <a:defRPr sz="1049" b="0" i="0">
                <a:solidFill>
                  <a:schemeClr val="tx1"/>
                </a:solidFill>
                <a:latin typeface="IBM Plex Sans" panose="020B0503050203000203" pitchFamily="34" charset="0"/>
              </a:defRPr>
            </a:lvl2pPr>
            <a:lvl3pPr marL="191948" indent="-95974">
              <a:spcBef>
                <a:spcPts val="0"/>
              </a:spcBef>
              <a:defRPr sz="1049" b="0" i="0">
                <a:solidFill>
                  <a:schemeClr val="tx1"/>
                </a:solidFill>
                <a:latin typeface="IBM Plex Sans" panose="020B0503050203000203" pitchFamily="34" charset="0"/>
              </a:defRPr>
            </a:lvl3pPr>
            <a:lvl4pPr marL="287921" indent="-95974">
              <a:spcBef>
                <a:spcPts val="0"/>
              </a:spcBef>
              <a:defRPr sz="1049" b="0" i="0">
                <a:solidFill>
                  <a:schemeClr val="tx1"/>
                </a:solidFill>
                <a:latin typeface="IBM Plex Sans" panose="020B0503050203000203" pitchFamily="34" charset="0"/>
              </a:defRPr>
            </a:lvl4pPr>
            <a:lvl5pPr>
              <a:spcBef>
                <a:spcPts val="0"/>
              </a:spcBef>
              <a:defRPr sz="1049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9792CE3F-FA6A-2FE0-0146-4BFD45CF296A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2499415" y="144018"/>
            <a:ext cx="1858324" cy="428030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defRPr sz="2399">
                <a:solidFill>
                  <a:schemeClr val="tx2"/>
                </a:solidFill>
                <a:latin typeface="IBM Plex Sans" panose="020B0503050203000203" pitchFamily="34" charset="0"/>
              </a:defRPr>
            </a:lvl1pPr>
            <a:lvl2pPr>
              <a:spcBef>
                <a:spcPts val="0"/>
              </a:spcBef>
              <a:defRPr sz="1049"/>
            </a:lvl2pPr>
            <a:lvl3pPr>
              <a:spcBef>
                <a:spcPts val="0"/>
              </a:spcBef>
              <a:defRPr sz="1049"/>
            </a:lvl3pPr>
            <a:lvl4pPr>
              <a:spcBef>
                <a:spcPts val="0"/>
              </a:spcBef>
              <a:defRPr sz="1049"/>
            </a:lvl4pPr>
            <a:lvl5pPr>
              <a:spcBef>
                <a:spcPts val="0"/>
              </a:spcBef>
              <a:defRPr sz="1049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A03B922-FA59-5165-48BF-0B57DFD66348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>
            <a:lvl1pPr>
              <a:defRPr>
                <a:latin typeface="IBM Plex Sans" panose="020B0503050203000203" pitchFamily="34" charset="0"/>
              </a:defRPr>
            </a:lvl1pPr>
          </a:lstStyle>
          <a:p>
            <a:endParaRPr lang="en-US"/>
          </a:p>
        </p:txBody>
      </p:sp>
      <p:sp>
        <p:nvSpPr>
          <p:cNvPr id="5" name="Slide Number">
            <a:extLst>
              <a:ext uri="{FF2B5EF4-FFF2-40B4-BE49-F238E27FC236}">
                <a16:creationId xmlns:a16="http://schemas.microsoft.com/office/drawing/2014/main" id="{5C3B405E-94D1-4A09-C6BF-A66D9CBEF63D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8825933" y="4852065"/>
            <a:ext cx="102593" cy="92333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6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0044341"/>
      </p:ext>
    </p:extLst>
  </p:cSld>
  <p:clrMapOvr>
    <a:masterClrMapping/>
  </p:clrMapOvr>
  <p:transition spd="med"/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_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5D0BFE-82FD-94B0-E6D9-A9096777C8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5999" y="144450"/>
            <a:ext cx="1855943" cy="572643"/>
          </a:xfrm>
        </p:spPr>
        <p:txBody>
          <a:bodyPr/>
          <a:lstStyle>
            <a:lvl1pPr>
              <a:lnSpc>
                <a:spcPct val="100000"/>
              </a:lnSpc>
              <a:defRPr sz="2400" b="0" i="0">
                <a:solidFill>
                  <a:schemeClr val="tx2"/>
                </a:solidFill>
                <a:latin typeface="IBM Plex Sans Light" panose="020B0403050203000203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9559113-A66F-B148-0A73-FD8B5C2B023D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>
            <a:lvl1pPr>
              <a:defRPr b="0" i="0">
                <a:latin typeface="IBM Plex Sans Light" panose="020B0403050203000203" pitchFamily="34" charset="0"/>
              </a:defRPr>
            </a:lvl1pPr>
          </a:lstStyle>
          <a:p>
            <a:endParaRPr lang="en-US"/>
          </a:p>
        </p:txBody>
      </p:sp>
      <p:sp>
        <p:nvSpPr>
          <p:cNvPr id="5" name="Slide Number">
            <a:extLst>
              <a:ext uri="{FF2B5EF4-FFF2-40B4-BE49-F238E27FC236}">
                <a16:creationId xmlns:a16="http://schemas.microsoft.com/office/drawing/2014/main" id="{BAFC9C6E-79FD-9BB8-F74D-EAA013319C68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8826948" y="4852064"/>
            <a:ext cx="101577" cy="92333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600" b="0" i="0">
                <a:solidFill>
                  <a:schemeClr val="tx1"/>
                </a:solidFill>
                <a:latin typeface="IBM Plex Sans Light" panose="020B04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1303541"/>
      </p:ext>
    </p:extLst>
  </p:cSld>
  <p:clrMapOvr>
    <a:masterClrMapping/>
  </p:clrMapOvr>
  <p:transition spd="med"/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74340422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Callout, head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B36957-63E4-1587-AB6D-C18AE4E04D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5999" y="144018"/>
            <a:ext cx="3715457" cy="1072158"/>
          </a:xfrm>
        </p:spPr>
        <p:txBody>
          <a:bodyPr/>
          <a:lstStyle>
            <a:lvl1pPr>
              <a:lnSpc>
                <a:spcPct val="100000"/>
              </a:lnSpc>
              <a:defRPr sz="2400" b="0" i="0">
                <a:solidFill>
                  <a:schemeClr val="tx2"/>
                </a:solidFill>
                <a:latin typeface="IBM Plex Sans Light" panose="020B0403050203000203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Slide Number">
            <a:extLst>
              <a:ext uri="{FF2B5EF4-FFF2-40B4-BE49-F238E27FC236}">
                <a16:creationId xmlns:a16="http://schemas.microsoft.com/office/drawing/2014/main" id="{C82E6DCD-41A5-9DA3-C061-E8DA39B99059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8826948" y="4852064"/>
            <a:ext cx="101577" cy="92333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600" b="0" i="0">
                <a:solidFill>
                  <a:schemeClr val="tx1"/>
                </a:solidFill>
                <a:latin typeface="IBM Plex Sans Light" panose="020B04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7BE5947E-6D4A-9E09-E5A6-D31DBCAEE2C6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213094" y="4801588"/>
            <a:ext cx="1858324" cy="142875"/>
          </a:xfrm>
        </p:spPr>
        <p:txBody>
          <a:bodyPr/>
          <a:lstStyle>
            <a:lvl1pPr>
              <a:defRPr b="0" i="0">
                <a:latin typeface="IBM Plex Sans Light" panose="020B0403050203000203" pitchFamily="34" charset="0"/>
              </a:defRPr>
            </a:lvl1pPr>
          </a:lstStyle>
          <a:p>
            <a:endParaRPr lang="en-US"/>
          </a:p>
        </p:txBody>
      </p:sp>
      <p:sp>
        <p:nvSpPr>
          <p:cNvPr id="8" name="Text Placeholder 6">
            <a:extLst>
              <a:ext uri="{FF2B5EF4-FFF2-40B4-BE49-F238E27FC236}">
                <a16:creationId xmlns:a16="http://schemas.microsoft.com/office/drawing/2014/main" id="{B9D4AF5E-3E60-06F1-E3E3-F00E3ADA90B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775273" y="144019"/>
            <a:ext cx="4152728" cy="3215282"/>
          </a:xfrm>
          <a:prstGeom prst="rect">
            <a:avLst/>
          </a:prstGeom>
        </p:spPr>
        <p:txBody>
          <a:bodyPr/>
          <a:lstStyle>
            <a:lvl1pPr defTabSz="435483">
              <a:lnSpc>
                <a:spcPct val="100000"/>
              </a:lnSpc>
              <a:spcBef>
                <a:spcPts val="0"/>
              </a:spcBef>
              <a:defRPr sz="2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1pPr>
            <a:lvl2pPr defTabSz="435483">
              <a:lnSpc>
                <a:spcPct val="100000"/>
              </a:lnSpc>
              <a:spcBef>
                <a:spcPts val="0"/>
              </a:spcBef>
              <a:defRPr sz="2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2pPr>
            <a:lvl3pPr defTabSz="435483">
              <a:lnSpc>
                <a:spcPct val="100000"/>
              </a:lnSpc>
              <a:spcBef>
                <a:spcPts val="0"/>
              </a:spcBef>
              <a:defRPr sz="2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3pPr>
            <a:lvl4pPr defTabSz="435483">
              <a:lnSpc>
                <a:spcPct val="100000"/>
              </a:lnSpc>
              <a:spcBef>
                <a:spcPts val="0"/>
              </a:spcBef>
              <a:defRPr sz="2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4pPr>
            <a:lvl5pPr defTabSz="435483">
              <a:spcBef>
                <a:spcPts val="0"/>
              </a:spcBef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817913200"/>
      </p:ext>
    </p:extLst>
  </p:cSld>
  <p:clrMapOvr>
    <a:masterClrMapping/>
  </p:clrMapOvr>
  <p:transition spd="med"/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8997682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2pPr marL="268288" indent="-268288">
              <a:defRPr/>
            </a:lvl2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pic>
        <p:nvPicPr>
          <p:cNvPr id="7" name="Picture 6" descr="IBM 8-bar logo">
            <a:extLst>
              <a:ext uri="{FF2B5EF4-FFF2-40B4-BE49-F238E27FC236}">
                <a16:creationId xmlns:a16="http://schemas.microsoft.com/office/drawing/2014/main" id="{4D310305-0E4B-0BFA-02AD-2A2BAA4E6E4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17504" y="4716661"/>
            <a:ext cx="576797" cy="2146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1067554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521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8825932" y="4856893"/>
            <a:ext cx="102593" cy="92333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b" anchorCtr="0">
            <a:spAutoFit/>
          </a:bodyPr>
          <a:lstStyle>
            <a:lvl1pPr algn="r">
              <a:defRPr sz="6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48" name="Title Text"/>
          <p:cNvSpPr txBox="1">
            <a:spLocks noGrp="1"/>
          </p:cNvSpPr>
          <p:nvPr>
            <p:ph type="title"/>
          </p:nvPr>
        </p:nvSpPr>
        <p:spPr>
          <a:xfrm>
            <a:off x="215999" y="216027"/>
            <a:ext cx="8470194" cy="92578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/>
          <a:lstStyle/>
          <a:p>
            <a:r>
              <a:rPr dirty="0"/>
              <a:t>Title Text</a:t>
            </a:r>
          </a:p>
        </p:txBody>
      </p:sp>
      <p:sp>
        <p:nvSpPr>
          <p:cNvPr id="49" name="Body Level One…"/>
          <p:cNvSpPr txBox="1">
            <a:spLocks noGrp="1"/>
          </p:cNvSpPr>
          <p:nvPr>
            <p:ph type="body" idx="1"/>
          </p:nvPr>
        </p:nvSpPr>
        <p:spPr>
          <a:xfrm>
            <a:off x="215475" y="1247775"/>
            <a:ext cx="8470194" cy="332541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/>
          <a:lstStyle/>
          <a:p>
            <a:r>
              <a:rPr dirty="0"/>
              <a:t>Body Level One</a:t>
            </a:r>
          </a:p>
          <a:p>
            <a:pPr lvl="1"/>
            <a:r>
              <a:rPr dirty="0"/>
              <a:t>Body Level Two</a:t>
            </a:r>
          </a:p>
          <a:p>
            <a:pPr lvl="2"/>
            <a:r>
              <a:rPr dirty="0"/>
              <a:t>Body Level Three</a:t>
            </a:r>
          </a:p>
          <a:p>
            <a:pPr lvl="3"/>
            <a:r>
              <a:rPr dirty="0"/>
              <a:t>Body Level Four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59EB465A-FE7F-6B71-D716-1673174BBF5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15972" y="4808732"/>
            <a:ext cx="1858324" cy="142875"/>
          </a:xfrm>
          <a:prstGeom prst="rect">
            <a:avLst/>
          </a:prstGeom>
        </p:spPr>
        <p:txBody>
          <a:bodyPr vert="horz" lIns="0" tIns="0" rIns="0" bIns="0" rtlCol="0" anchor="b"/>
          <a:lstStyle>
            <a:lvl1pPr algn="l">
              <a:defRPr sz="600" b="0" i="0">
                <a:solidFill>
                  <a:schemeClr val="tx1"/>
                </a:solidFill>
                <a:latin typeface="IBM Plex Sans" panose="020B0503050203000203" pitchFamily="34" charset="0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7701653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  <p:sldLayoutId id="2147483678" r:id="rId18"/>
    <p:sldLayoutId id="2147483679" r:id="rId19"/>
    <p:sldLayoutId id="2147483680" r:id="rId20"/>
    <p:sldLayoutId id="2147483681" r:id="rId21"/>
    <p:sldLayoutId id="2147483682" r:id="rId22"/>
    <p:sldLayoutId id="2147483683" r:id="rId23"/>
    <p:sldLayoutId id="2147483684" r:id="rId24"/>
    <p:sldLayoutId id="2147483685" r:id="rId25"/>
    <p:sldLayoutId id="2147483686" r:id="rId26"/>
    <p:sldLayoutId id="2147483687" r:id="rId27"/>
    <p:sldLayoutId id="2147483688" r:id="rId28"/>
    <p:sldLayoutId id="2147483689" r:id="rId29"/>
    <p:sldLayoutId id="2147483690" r:id="rId30"/>
  </p:sldLayoutIdLst>
  <p:transition spd="med"/>
  <p:txStyles>
    <p:titleStyle>
      <a:lvl1pPr marL="0" marR="0" indent="0" algn="l" defTabSz="914400" rtl="0" eaLnBrk="1" latinLnBrk="0" hangingPunct="1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none" spc="0" baseline="0">
          <a:solidFill>
            <a:schemeClr val="tx2"/>
          </a:solidFill>
          <a:uFillTx/>
          <a:latin typeface="+mj-lt"/>
          <a:ea typeface="+mj-ea"/>
          <a:cs typeface="+mj-cs"/>
          <a:sym typeface="IBM Plex Sans Light"/>
        </a:defRPr>
      </a:lvl1pPr>
      <a:lvl2pPr marL="0" marR="0" indent="0" algn="l" defTabSz="914400" rtl="0" eaLnBrk="1" latinLnBrk="0" hangingPunct="1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IBM Plex Sans Light"/>
        </a:defRPr>
      </a:lvl2pPr>
      <a:lvl3pPr marL="0" marR="0" indent="0" algn="l" defTabSz="914400" rtl="0" eaLnBrk="1" latinLnBrk="0" hangingPunct="1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IBM Plex Sans Light"/>
        </a:defRPr>
      </a:lvl3pPr>
      <a:lvl4pPr marL="0" marR="0" indent="0" algn="l" defTabSz="914400" rtl="0" eaLnBrk="1" latinLnBrk="0" hangingPunct="1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IBM Plex Sans Light"/>
        </a:defRPr>
      </a:lvl4pPr>
      <a:lvl5pPr marL="0" marR="0" indent="0" algn="l" defTabSz="914400" rtl="0" eaLnBrk="1" latinLnBrk="0" hangingPunct="1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IBM Plex Sans Light"/>
        </a:defRPr>
      </a:lvl5pPr>
      <a:lvl6pPr marL="0" marR="0" indent="135963" algn="l" defTabSz="914400" rtl="0" eaLnBrk="1" latinLnBrk="0" hangingPunct="1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IBM Plex Sans Light"/>
        </a:defRPr>
      </a:lvl6pPr>
      <a:lvl7pPr marL="0" marR="0" indent="271927" algn="l" defTabSz="914400" rtl="0" eaLnBrk="1" latinLnBrk="0" hangingPunct="1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IBM Plex Sans Light"/>
        </a:defRPr>
      </a:lvl7pPr>
      <a:lvl8pPr marL="0" marR="0" indent="407890" algn="l" defTabSz="914400" rtl="0" eaLnBrk="1" latinLnBrk="0" hangingPunct="1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IBM Plex Sans Light"/>
        </a:defRPr>
      </a:lvl8pPr>
      <a:lvl9pPr marL="0" marR="0" indent="543854" algn="l" defTabSz="914400" rtl="0" eaLnBrk="1" latinLnBrk="0" hangingPunct="1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IBM Plex Sans Light"/>
        </a:defRPr>
      </a:lvl9pPr>
    </p:titleStyle>
    <p:bodyStyle>
      <a:lvl1pPr marL="0" marR="0" indent="0" algn="l" defTabSz="914400" rtl="0" eaLnBrk="1" latinLnBrk="0" hangingPunct="1">
        <a:lnSpc>
          <a:spcPct val="11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350" b="0" i="0" u="none" strike="noStrike" cap="none" spc="0" baseline="0">
          <a:solidFill>
            <a:schemeClr val="tx1"/>
          </a:solidFill>
          <a:uFillTx/>
          <a:latin typeface="+mj-lt"/>
          <a:ea typeface="+mj-ea"/>
          <a:cs typeface="+mj-cs"/>
          <a:sym typeface="IBM Plex Sans Light"/>
        </a:defRPr>
      </a:lvl1pPr>
      <a:lvl2pPr marL="123444" marR="0" indent="-123444" algn="l" defTabSz="914400" rtl="0" eaLnBrk="1" latinLnBrk="0" hangingPunct="1">
        <a:lnSpc>
          <a:spcPct val="110000"/>
        </a:lnSpc>
        <a:spcBef>
          <a:spcPts val="0"/>
        </a:spcBef>
        <a:spcAft>
          <a:spcPts val="0"/>
        </a:spcAft>
        <a:buClrTx/>
        <a:buSzPct val="100000"/>
        <a:buFontTx/>
        <a:buChar char="–"/>
        <a:tabLst/>
        <a:defRPr sz="1350" b="0" i="0" u="none" strike="noStrike" cap="none" spc="0" baseline="0">
          <a:solidFill>
            <a:schemeClr val="tx1"/>
          </a:solidFill>
          <a:uFillTx/>
          <a:latin typeface="+mj-lt"/>
          <a:ea typeface="+mj-ea"/>
          <a:cs typeface="+mj-cs"/>
          <a:sym typeface="IBM Plex Sans Light"/>
        </a:defRPr>
      </a:lvl2pPr>
      <a:lvl3pPr marL="246888" marR="0" indent="-123444" algn="l" defTabSz="914400" rtl="0" eaLnBrk="1" latinLnBrk="0" hangingPunct="1">
        <a:lnSpc>
          <a:spcPct val="110000"/>
        </a:lnSpc>
        <a:spcBef>
          <a:spcPts val="0"/>
        </a:spcBef>
        <a:spcAft>
          <a:spcPts val="0"/>
        </a:spcAft>
        <a:buClrTx/>
        <a:buSzPct val="100000"/>
        <a:buFontTx/>
        <a:buChar char="•"/>
        <a:tabLst/>
        <a:defRPr sz="1350" b="0" i="0" u="none" strike="noStrike" cap="none" spc="0" baseline="0">
          <a:solidFill>
            <a:schemeClr val="tx1"/>
          </a:solidFill>
          <a:uFillTx/>
          <a:latin typeface="+mj-lt"/>
          <a:ea typeface="+mj-ea"/>
          <a:cs typeface="+mj-cs"/>
          <a:sym typeface="IBM Plex Sans Light"/>
        </a:defRPr>
      </a:lvl3pPr>
      <a:lvl4pPr marL="370332" marR="0" indent="-123444" algn="l" defTabSz="914400" rtl="0" eaLnBrk="1" latinLnBrk="0" hangingPunct="1">
        <a:lnSpc>
          <a:spcPct val="110000"/>
        </a:lnSpc>
        <a:spcBef>
          <a:spcPts val="0"/>
        </a:spcBef>
        <a:spcAft>
          <a:spcPts val="0"/>
        </a:spcAft>
        <a:buClrTx/>
        <a:buSzPct val="100000"/>
        <a:buFontTx/>
        <a:buChar char="–"/>
        <a:tabLst/>
        <a:defRPr sz="1350" b="0" i="0" u="none" strike="noStrike" cap="none" spc="0" baseline="0">
          <a:solidFill>
            <a:schemeClr val="tx1"/>
          </a:solidFill>
          <a:uFillTx/>
          <a:latin typeface="+mj-lt"/>
          <a:ea typeface="+mj-ea"/>
          <a:cs typeface="+mj-cs"/>
          <a:sym typeface="IBM Plex Sans Light"/>
        </a:defRPr>
      </a:lvl4pPr>
      <a:lvl5pPr marL="428625" marR="0" indent="-171450" algn="l" defTabSz="914400" rtl="0" eaLnBrk="1" latinLnBrk="0" hangingPunct="1">
        <a:lnSpc>
          <a:spcPct val="110000"/>
        </a:lnSpc>
        <a:spcBef>
          <a:spcPts val="1088"/>
        </a:spcBef>
        <a:spcAft>
          <a:spcPts val="0"/>
        </a:spcAft>
        <a:buClrTx/>
        <a:buSzPct val="100000"/>
        <a:buFont typeface="IBM Plex Sans" panose="020B0604020202020204" pitchFamily="34" charset="0"/>
        <a:buChar char="•"/>
        <a:tabLst/>
        <a:defRPr sz="135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IBM Plex Sans Light"/>
        </a:defRPr>
      </a:lvl5pPr>
      <a:lvl6pPr marL="691148" marR="0" indent="-145878" algn="l" defTabSz="914400" rtl="0" eaLnBrk="1" latinLnBrk="0" hangingPunct="1">
        <a:lnSpc>
          <a:spcPct val="100000"/>
        </a:lnSpc>
        <a:spcBef>
          <a:spcPts val="1088"/>
        </a:spcBef>
        <a:spcAft>
          <a:spcPts val="0"/>
        </a:spcAft>
        <a:buClrTx/>
        <a:buSzPct val="100000"/>
        <a:buFontTx/>
        <a:buChar char="»"/>
        <a:tabLst/>
        <a:defRPr sz="135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IBM Plex Sans Light"/>
        </a:defRPr>
      </a:lvl6pPr>
      <a:lvl7pPr marL="827112" marR="0" indent="-145878" algn="l" defTabSz="914400" rtl="0" eaLnBrk="1" latinLnBrk="0" hangingPunct="1">
        <a:lnSpc>
          <a:spcPct val="100000"/>
        </a:lnSpc>
        <a:spcBef>
          <a:spcPts val="1088"/>
        </a:spcBef>
        <a:spcAft>
          <a:spcPts val="0"/>
        </a:spcAft>
        <a:buClrTx/>
        <a:buSzPct val="100000"/>
        <a:buFontTx/>
        <a:buChar char="»"/>
        <a:tabLst/>
        <a:defRPr sz="135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IBM Plex Sans Light"/>
        </a:defRPr>
      </a:lvl7pPr>
      <a:lvl8pPr marL="963075" marR="0" indent="-145878" algn="l" defTabSz="914400" rtl="0" eaLnBrk="1" latinLnBrk="0" hangingPunct="1">
        <a:lnSpc>
          <a:spcPct val="100000"/>
        </a:lnSpc>
        <a:spcBef>
          <a:spcPts val="1088"/>
        </a:spcBef>
        <a:spcAft>
          <a:spcPts val="0"/>
        </a:spcAft>
        <a:buClrTx/>
        <a:buSzPct val="100000"/>
        <a:buFontTx/>
        <a:buChar char="»"/>
        <a:tabLst/>
        <a:defRPr sz="135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IBM Plex Sans Light"/>
        </a:defRPr>
      </a:lvl8pPr>
      <a:lvl9pPr marL="1099038" marR="0" indent="-145878" algn="l" defTabSz="914400" rtl="0" eaLnBrk="1" latinLnBrk="0" hangingPunct="1">
        <a:lnSpc>
          <a:spcPct val="100000"/>
        </a:lnSpc>
        <a:spcBef>
          <a:spcPts val="1088"/>
        </a:spcBef>
        <a:spcAft>
          <a:spcPts val="0"/>
        </a:spcAft>
        <a:buClrTx/>
        <a:buSzPct val="100000"/>
        <a:buFontTx/>
        <a:buChar char="»"/>
        <a:tabLst/>
        <a:defRPr sz="135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IBM Plex Sans Light"/>
        </a:defRPr>
      </a:lvl9pPr>
    </p:bodyStyle>
    <p:otherStyle>
      <a:lvl1pPr marL="0" marR="0" indent="0" algn="r" defTabSz="685983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6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IBM Plex Sans"/>
        </a:defRPr>
      </a:lvl1pPr>
      <a:lvl2pPr marL="0" marR="0" indent="128622" algn="r" defTabSz="685983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6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IBM Plex Sans"/>
        </a:defRPr>
      </a:lvl2pPr>
      <a:lvl3pPr marL="0" marR="0" indent="257243" algn="r" defTabSz="685983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6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IBM Plex Sans"/>
        </a:defRPr>
      </a:lvl3pPr>
      <a:lvl4pPr marL="0" marR="0" indent="385865" algn="r" defTabSz="685983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6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IBM Plex Sans"/>
        </a:defRPr>
      </a:lvl4pPr>
      <a:lvl5pPr marL="0" marR="0" indent="514487" algn="r" defTabSz="685983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6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IBM Plex Sans"/>
        </a:defRPr>
      </a:lvl5pPr>
      <a:lvl6pPr marL="0" marR="0" indent="643109" algn="r" defTabSz="685983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6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IBM Plex Sans"/>
        </a:defRPr>
      </a:lvl6pPr>
      <a:lvl7pPr marL="0" marR="0" indent="771731" algn="r" defTabSz="685983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6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IBM Plex Sans"/>
        </a:defRPr>
      </a:lvl7pPr>
      <a:lvl8pPr marL="0" marR="0" indent="900353" algn="r" defTabSz="685983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6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IBM Plex Sans"/>
        </a:defRPr>
      </a:lvl8pPr>
      <a:lvl9pPr marL="0" marR="0" indent="1028974" algn="r" defTabSz="685983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6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IBM Plex Sans"/>
        </a:defRPr>
      </a:lvl9pPr>
    </p:otherStyle>
  </p:txStyles>
  <p:extLst>
    <p:ext uri="{27BBF7A9-308A-43DC-89C8-2F10F3537804}">
      <p15:sldGuideLst xmlns:p15="http://schemas.microsoft.com/office/powerpoint/2012/main">
        <p15:guide id="3" pos="364">
          <p15:clr>
            <a:srgbClr val="EE5396"/>
          </p15:clr>
        </p15:guide>
        <p15:guide id="4" pos="3840">
          <p15:clr>
            <a:srgbClr val="0F62FE"/>
          </p15:clr>
        </p15:guide>
        <p15:guide id="5" pos="1916">
          <p15:clr>
            <a:srgbClr val="EE5396"/>
          </p15:clr>
        </p15:guide>
        <p15:guide id="6" pos="5756">
          <p15:clr>
            <a:srgbClr val="EE5396"/>
          </p15:clr>
        </p15:guide>
        <p15:guide id="7" pos="7319">
          <p15:clr>
            <a:srgbClr val="EE5396"/>
          </p15:clr>
        </p15:guide>
        <p15:guide id="8" pos="8040">
          <p15:clr>
            <a:srgbClr val="EE5396"/>
          </p15:clr>
        </p15:guide>
        <p15:guide id="9" pos="4200">
          <p15:clr>
            <a:srgbClr val="EE5396"/>
          </p15:clr>
        </p15:guide>
        <p15:guide id="10" pos="3480">
          <p15:clr>
            <a:srgbClr val="EE5396"/>
          </p15:clr>
        </p15:guide>
        <p15:guide id="11" pos="9594">
          <p15:clr>
            <a:srgbClr val="EE5396"/>
          </p15:clr>
        </p15:guide>
        <p15:guide id="13" pos="11160">
          <p15:clr>
            <a:srgbClr val="EE5396"/>
          </p15:clr>
        </p15:guide>
        <p15:guide id="14" pos="11880">
          <p15:clr>
            <a:srgbClr val="EE5396"/>
          </p15:clr>
        </p15:guide>
        <p15:guide id="15" pos="13440">
          <p15:clr>
            <a:srgbClr val="EE5396"/>
          </p15:clr>
        </p15:guide>
        <p15:guide id="16" pos="14995">
          <p15:clr>
            <a:srgbClr val="EE5396"/>
          </p15:clr>
        </p15:guide>
        <p15:guide id="19" orient="horz" pos="3840">
          <p15:clr>
            <a:srgbClr val="EE5396"/>
          </p15:clr>
        </p15:guide>
        <p15:guide id="20" orient="horz" pos="958">
          <p15:clr>
            <a:srgbClr val="EE5396"/>
          </p15:clr>
        </p15:guide>
        <p15:guide id="25" orient="horz" pos="7682">
          <p15:clr>
            <a:srgbClr val="EE5396"/>
          </p15:clr>
        </p15:guide>
        <p15:guide id="26" pos="7680">
          <p15:clr>
            <a:srgbClr val="0F62FE"/>
          </p15:clr>
        </p15:guide>
        <p15:guide id="27" pos="11520">
          <p15:clr>
            <a:srgbClr val="0F62FE"/>
          </p15:clr>
        </p15:guide>
        <p15:guide id="30" orient="horz" pos="1918">
          <p15:clr>
            <a:srgbClr val="EE5396"/>
          </p15:clr>
        </p15:guide>
        <p15:guide id="32" orient="horz" pos="6720">
          <p15:clr>
            <a:srgbClr val="EE5396"/>
          </p15:clr>
        </p15:guide>
        <p15:guide id="33" orient="horz" pos="2880">
          <p15:clr>
            <a:srgbClr val="EE5396"/>
          </p15:clr>
        </p15:guide>
        <p15:guide id="34" orient="horz" pos="4800">
          <p15:clr>
            <a:srgbClr val="EE5396"/>
          </p15:clr>
        </p15:guide>
        <p15:guide id="35" orient="horz" pos="5758">
          <p15:clr>
            <a:srgbClr val="EE5396"/>
          </p15:clr>
        </p15:guide>
        <p15:guide id="36" orient="horz" pos="8284">
          <p15:clr>
            <a:srgbClr val="9FCC3B"/>
          </p15:clr>
        </p15:guide>
        <p15:guide id="37" orient="horz" pos="360">
          <p15:clr>
            <a:srgbClr val="9FCC3B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de103252/Db2_Routines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sv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sv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sv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svg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svg"/><Relationship Id="rId1" Type="http://schemas.openxmlformats.org/officeDocument/2006/relationships/slideLayout" Target="../slideLayouts/slideLayout4.xml"/></Relationships>
</file>

<file path=ppt/slides/_rels/slide34.xml.rels><?xml version="1.0" encoding="UTF-8" standalone="yes"?>
<Relationships xmlns="http://schemas.openxmlformats.org/package/2006/relationships"><Relationship Id="rId8" Type="http://schemas.openxmlformats.org/officeDocument/2006/relationships/hyperlink" Target="https://file+.vscode-resource.vscode-cdn.net/c%3A/Users/UliSeelbach/git/Db2_Routines/README.adoc#_formattimestamp" TargetMode="External"/><Relationship Id="rId13" Type="http://schemas.openxmlformats.org/officeDocument/2006/relationships/hyperlink" Target="https://file+.vscode-resource.vscode-cdn.net/c%3A/Users/UliSeelbach/git/Db2_Routines/README.adoc#_regex_matches" TargetMode="External"/><Relationship Id="rId18" Type="http://schemas.openxmlformats.org/officeDocument/2006/relationships/hyperlink" Target="https://file+.vscode-resource.vscode-cdn.net/c%3A/Users/UliSeelbach/git/Db2_Routines/README.adoc#:submit" TargetMode="External"/><Relationship Id="rId3" Type="http://schemas.openxmlformats.org/officeDocument/2006/relationships/hyperlink" Target="https://file+.vscode-resource.vscode-cdn.net/c%3A/Users/UliSeelbach/git/Db2_Routines/README.adoc#_base64decode" TargetMode="External"/><Relationship Id="rId21" Type="http://schemas.openxmlformats.org/officeDocument/2006/relationships/hyperlink" Target="https://file+.vscode-resource.vscode-cdn.net/c%3A/Users/UliSeelbach/git/Db2_Routines/README.adoc#_validate_conversion" TargetMode="External"/><Relationship Id="rId7" Type="http://schemas.openxmlformats.org/officeDocument/2006/relationships/hyperlink" Target="https://file+.vscode-resource.vscode-cdn.net/c%3A/Users/UliSeelbach/git/Db2_Routines/README.adoc#_easter" TargetMode="External"/><Relationship Id="rId12" Type="http://schemas.openxmlformats.org/officeDocument/2006/relationships/hyperlink" Target="https://file+.vscode-resource.vscode-cdn.net/c%3A/Users/UliSeelbach/git/Db2_Routines/README.adoc#_read_generic_file" TargetMode="External"/><Relationship Id="rId17" Type="http://schemas.openxmlformats.org/officeDocument/2006/relationships/hyperlink" Target="https://file+.vscode-resource.vscode-cdn.net/c%3A/Users/UliSeelbach/git/Db2_Routines/README.adoc#_sprintf" TargetMode="External"/><Relationship Id="rId2" Type="http://schemas.openxmlformats.org/officeDocument/2006/relationships/hyperlink" Target="https://file+.vscode-resource.vscode-cdn.net/c%3A/Users/UliSeelbach/git/Db2_Routines/README.adoc#_apflist" TargetMode="External"/><Relationship Id="rId16" Type="http://schemas.openxmlformats.org/officeDocument/2006/relationships/hyperlink" Target="https://file+.vscode-resource.vscode-cdn.net/c%3A/Users/UliSeelbach/git/Db2_Routines/README.adoc#_split" TargetMode="External"/><Relationship Id="rId20" Type="http://schemas.openxmlformats.org/officeDocument/2006/relationships/hyperlink" Target="https://file+.vscode-resource.vscode-cdn.net/c%3A/Users/UliSeelbach/git/Db2_Routines/README.adoc#:try_integer" TargetMode="External"/><Relationship Id="rId1" Type="http://schemas.openxmlformats.org/officeDocument/2006/relationships/slideLayout" Target="../slideLayouts/slideLayout29.xml"/><Relationship Id="rId6" Type="http://schemas.openxmlformats.org/officeDocument/2006/relationships/hyperlink" Target="https://file+.vscode-resource.vscode-cdn.net/c%3A/Users/UliSeelbach/git/Db2_Routines/README.adoc#_db2utility" TargetMode="External"/><Relationship Id="rId11" Type="http://schemas.openxmlformats.org/officeDocument/2006/relationships/hyperlink" Target="https://file+.vscode-resource.vscode-cdn.net/c%3A/Users/UliSeelbach/git/Db2_Routines/README.adoc#_racfprofile" TargetMode="External"/><Relationship Id="rId5" Type="http://schemas.openxmlformats.org/officeDocument/2006/relationships/hyperlink" Target="https://file+.vscode-resource.vscode-cdn.net/c%3A/Users/UliSeelbach/git/Db2_Routines/README.adoc#_crossload" TargetMode="External"/><Relationship Id="rId15" Type="http://schemas.openxmlformats.org/officeDocument/2006/relationships/hyperlink" Target="https://file+.vscode-resource.vscode-cdn.net/c%3A/Users/UliSeelbach/git/Db2_Routines/README.adoc#_runstats" TargetMode="External"/><Relationship Id="rId10" Type="http://schemas.openxmlformats.org/officeDocument/2006/relationships/hyperlink" Target="https://file+.vscode-resource.vscode-cdn.net/c%3A/Users/UliSeelbach/git/Db2_Routines/README.adoc#_hextoint" TargetMode="External"/><Relationship Id="rId19" Type="http://schemas.openxmlformats.org/officeDocument/2006/relationships/hyperlink" Target="https://file+.vscode-resource.vscode-cdn.net/c%3A/Users/UliSeelbach/git/Db2_Routines/README.adoc#_to_roman" TargetMode="External"/><Relationship Id="rId4" Type="http://schemas.openxmlformats.org/officeDocument/2006/relationships/hyperlink" Target="https://file+.vscode-resource.vscode-cdn.net/c%3A/Users/UliSeelbach/git/Db2_Routines/README.adoc#_base64encode" TargetMode="External"/><Relationship Id="rId9" Type="http://schemas.openxmlformats.org/officeDocument/2006/relationships/hyperlink" Target="https://file+.vscode-resource.vscode-cdn.net/c%3A/Users/UliSeelbach/git/Db2_Routines/README.adoc#_generate_series" TargetMode="External"/><Relationship Id="rId14" Type="http://schemas.openxmlformats.org/officeDocument/2006/relationships/hyperlink" Target="https://file+.vscode-resource.vscode-cdn.net/c%3A/Users/UliSeelbach/git/Db2_Routines/README.adoc#_regex_replace" TargetMode="Externa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5972" y="116681"/>
            <a:ext cx="5089718" cy="1550727"/>
          </a:xfrm>
        </p:spPr>
        <p:txBody>
          <a:bodyPr/>
          <a:lstStyle/>
          <a:p>
            <a:pPr marL="0" lvl="0" indent="0">
              <a:buNone/>
            </a:pPr>
            <a:r>
              <a:rPr dirty="0"/>
              <a:t>Beyond Built-ins: Supercharging Db2 for z/OS with Custom Routines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sz="quarter" idx="12"/>
          </p:nvPr>
        </p:nvSpPr>
        <p:spPr>
          <a:xfrm>
            <a:off x="216071" y="1784090"/>
            <a:ext cx="4822165" cy="342900"/>
          </a:xfrm>
        </p:spPr>
        <p:txBody>
          <a:bodyPr/>
          <a:lstStyle/>
          <a:p>
            <a:pPr marL="0" lvl="0" indent="0">
              <a:buNone/>
            </a:pPr>
            <a:r>
              <a:rPr lang="en-US" dirty="0"/>
              <a:t>A DBA's Guide to Functions IBM Forgot to Include</a:t>
            </a:r>
            <a:br>
              <a:rPr lang="en-US" dirty="0"/>
            </a:br>
            <a:br>
              <a:rPr lang="en-US" dirty="0"/>
            </a:br>
            <a:r>
              <a:rPr lang="en-US" dirty="0"/>
              <a:t>Uli Seelbach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9F40284-C647-A3D1-321D-6F69CA252AB7}"/>
              </a:ext>
            </a:extLst>
          </p:cNvPr>
          <p:cNvSpPr txBox="1"/>
          <p:nvPr/>
        </p:nvSpPr>
        <p:spPr>
          <a:xfrm>
            <a:off x="215972" y="4321669"/>
            <a:ext cx="7614205" cy="30872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0" tIns="0" rIns="0" bIns="0" rtlCol="0">
            <a:noAutofit/>
          </a:bodyPr>
          <a:lstStyle/>
          <a:p>
            <a:pPr defTabSz="2438400">
              <a:spcBef>
                <a:spcPts val="2900"/>
              </a:spcBef>
              <a:buSzPct val="100000"/>
            </a:pPr>
            <a:r>
              <a:rPr lang="fr-FR" sz="1600" dirty="0"/>
              <a:t>Source Code and documentation in GitHub: </a:t>
            </a:r>
            <a:r>
              <a:rPr lang="fr-FR" sz="1600" dirty="0">
                <a:hlinkClick r:id="rId2"/>
              </a:rPr>
              <a:t>de103252/Db2_Routines</a:t>
            </a:r>
            <a:endParaRPr lang="fr-FR" sz="1600" dirty="0"/>
          </a:p>
          <a:p>
            <a:pPr marL="444465" indent="-446749" algn="l" defTabSz="2438400">
              <a:spcBef>
                <a:spcPts val="2900"/>
              </a:spcBef>
              <a:buSzPct val="100000"/>
              <a:buFontTx/>
              <a:buChar char="–"/>
            </a:pPr>
            <a:endParaRPr lang="en-DE" sz="1600" kern="0" dirty="0">
              <a:solidFill>
                <a:srgbClr val="000000"/>
              </a:solidFill>
              <a:ea typeface="+mj-ea"/>
              <a:cs typeface="+mj-cs"/>
              <a:sym typeface="IBM Plex Sans Light"/>
            </a:endParaRPr>
          </a:p>
        </p:txBody>
      </p:sp>
    </p:spTree>
  </p:cSld>
  <p:clrMapOvr>
    <a:masterClrMapping/>
  </p:clrMapOvr>
  <p:transition spd="med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0D88B40A-8579-0A50-4FFA-F72C4B304F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5999" y="216027"/>
            <a:ext cx="8470194" cy="409798"/>
          </a:xfrm>
        </p:spPr>
        <p:txBody>
          <a:bodyPr/>
          <a:lstStyle/>
          <a:p>
            <a:r>
              <a:rPr lang="en-US" dirty="0"/>
              <a:t>Appetizer </a:t>
            </a:r>
            <a:r>
              <a:rPr lang="en-US" dirty="0">
                <a:sym typeface="Wingdings" panose="05000000000000000000" pitchFamily="2" charset="2"/>
              </a:rPr>
              <a:t></a:t>
            </a:r>
            <a:endParaRPr lang="en-DE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1A8DDD48-65F2-5CF7-8942-07E2CC523E5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15475" y="733606"/>
            <a:ext cx="8470194" cy="1936581"/>
          </a:xfrm>
          <a:solidFill>
            <a:schemeClr val="accent1">
              <a:lumMod val="20000"/>
              <a:lumOff val="80000"/>
              <a:alpha val="30000"/>
            </a:schemeClr>
          </a:solidFill>
          <a:ln>
            <a:solidFill>
              <a:schemeClr val="accent1"/>
            </a:solidFill>
          </a:ln>
        </p:spPr>
        <p:txBody>
          <a:bodyPr lIns="36000" tIns="36000" rIns="36000"/>
          <a:lstStyle/>
          <a:p>
            <a:pPr>
              <a:lnSpc>
                <a:spcPct val="100000"/>
              </a:lnSpc>
            </a:pPr>
            <a:r>
              <a:rPr lang="en-US" sz="1000" dirty="0">
                <a:latin typeface="IBM Plex Mono Text" panose="020B0509050203000203" pitchFamily="49" charset="0"/>
              </a:rPr>
              <a:t>with</a:t>
            </a:r>
          </a:p>
          <a:p>
            <a:pPr>
              <a:lnSpc>
                <a:spcPct val="100000"/>
              </a:lnSpc>
            </a:pPr>
            <a:r>
              <a:rPr lang="en-US" sz="1000" dirty="0" err="1">
                <a:latin typeface="IBM Plex Mono Text" panose="020B0509050203000203" pitchFamily="49" charset="0"/>
              </a:rPr>
              <a:t>jahre</a:t>
            </a:r>
            <a:r>
              <a:rPr lang="en-US" sz="1000" dirty="0">
                <a:latin typeface="IBM Plex Mono Text" panose="020B0509050203000203" pitchFamily="49" charset="0"/>
              </a:rPr>
              <a:t> as (</a:t>
            </a:r>
          </a:p>
          <a:p>
            <a:pPr>
              <a:lnSpc>
                <a:spcPct val="100000"/>
              </a:lnSpc>
            </a:pPr>
            <a:r>
              <a:rPr lang="en-US" sz="1000" dirty="0">
                <a:latin typeface="IBM Plex Mono Text" panose="020B0509050203000203" pitchFamily="49" charset="0"/>
              </a:rPr>
              <a:t>  select value as </a:t>
            </a:r>
            <a:r>
              <a:rPr lang="en-US" sz="1000" dirty="0" err="1">
                <a:latin typeface="IBM Plex Mono Text" panose="020B0509050203000203" pitchFamily="49" charset="0"/>
              </a:rPr>
              <a:t>jahr</a:t>
            </a:r>
            <a:endParaRPr lang="en-US" sz="1000" dirty="0">
              <a:latin typeface="IBM Plex Mono Text" panose="020B0509050203000203" pitchFamily="49" charset="0"/>
            </a:endParaRPr>
          </a:p>
          <a:p>
            <a:pPr>
              <a:lnSpc>
                <a:spcPct val="100000"/>
              </a:lnSpc>
            </a:pPr>
            <a:r>
              <a:rPr lang="en-US" sz="1000" dirty="0">
                <a:latin typeface="IBM Plex Mono Text" panose="020B0509050203000203" pitchFamily="49" charset="0"/>
              </a:rPr>
              <a:t>       , timestamp(</a:t>
            </a:r>
            <a:r>
              <a:rPr lang="en-US" sz="1000" dirty="0">
                <a:highlight>
                  <a:srgbClr val="00FFFF"/>
                </a:highlight>
                <a:latin typeface="IBM Plex Mono Text" panose="020B0509050203000203" pitchFamily="49" charset="0"/>
              </a:rPr>
              <a:t>easter</a:t>
            </a:r>
            <a:r>
              <a:rPr lang="en-US" sz="1000" dirty="0">
                <a:latin typeface="IBM Plex Mono Text" panose="020B0509050203000203" pitchFamily="49" charset="0"/>
              </a:rPr>
              <a:t>(value)) as </a:t>
            </a:r>
            <a:r>
              <a:rPr lang="en-US" sz="1000" dirty="0" err="1">
                <a:latin typeface="IBM Plex Mono Text" panose="020B0509050203000203" pitchFamily="49" charset="0"/>
              </a:rPr>
              <a:t>Ostern</a:t>
            </a:r>
            <a:endParaRPr lang="en-US" sz="1000" dirty="0">
              <a:latin typeface="IBM Plex Mono Text" panose="020B0509050203000203" pitchFamily="49" charset="0"/>
            </a:endParaRPr>
          </a:p>
          <a:p>
            <a:pPr>
              <a:lnSpc>
                <a:spcPct val="100000"/>
              </a:lnSpc>
            </a:pPr>
            <a:r>
              <a:rPr lang="en-US" sz="1000" dirty="0">
                <a:latin typeface="IBM Plex Mono Text" panose="020B0509050203000203" pitchFamily="49" charset="0"/>
              </a:rPr>
              <a:t>    from table(</a:t>
            </a:r>
            <a:r>
              <a:rPr lang="en-US" sz="1000" dirty="0" err="1">
                <a:highlight>
                  <a:srgbClr val="00FFFF"/>
                </a:highlight>
                <a:latin typeface="IBM Plex Mono Text" panose="020B0509050203000203" pitchFamily="49" charset="0"/>
              </a:rPr>
              <a:t>generate_series</a:t>
            </a:r>
            <a:r>
              <a:rPr lang="en-US" sz="1000" dirty="0">
                <a:latin typeface="IBM Plex Mono Text" panose="020B0509050203000203" pitchFamily="49" charset="0"/>
              </a:rPr>
              <a:t>(year(current date), year(current date) + 10))</a:t>
            </a:r>
          </a:p>
          <a:p>
            <a:pPr>
              <a:lnSpc>
                <a:spcPct val="100000"/>
              </a:lnSpc>
            </a:pPr>
            <a:r>
              <a:rPr lang="en-US" sz="1000" dirty="0">
                <a:latin typeface="IBM Plex Mono Text" panose="020B0509050203000203" pitchFamily="49" charset="0"/>
              </a:rPr>
              <a:t>)</a:t>
            </a:r>
          </a:p>
          <a:p>
            <a:pPr>
              <a:lnSpc>
                <a:spcPct val="100000"/>
              </a:lnSpc>
            </a:pPr>
            <a:r>
              <a:rPr lang="en-US" sz="1000" dirty="0">
                <a:latin typeface="IBM Plex Mono Text" panose="020B0509050203000203" pitchFamily="49" charset="0"/>
              </a:rPr>
              <a:t>select </a:t>
            </a:r>
            <a:r>
              <a:rPr lang="en-US" sz="1000" dirty="0" err="1">
                <a:highlight>
                  <a:srgbClr val="00FFFF"/>
                </a:highlight>
                <a:latin typeface="IBM Plex Mono Text" panose="020B0509050203000203" pitchFamily="49" charset="0"/>
              </a:rPr>
              <a:t>to_roman</a:t>
            </a:r>
            <a:r>
              <a:rPr lang="en-US" sz="1000" dirty="0">
                <a:latin typeface="IBM Plex Mono Text" panose="020B0509050203000203" pitchFamily="49" charset="0"/>
              </a:rPr>
              <a:t>(</a:t>
            </a:r>
            <a:r>
              <a:rPr lang="en-US" sz="1000" dirty="0" err="1">
                <a:latin typeface="IBM Plex Mono Text" panose="020B0509050203000203" pitchFamily="49" charset="0"/>
              </a:rPr>
              <a:t>jahr</a:t>
            </a:r>
            <a:r>
              <a:rPr lang="en-US" sz="1000" dirty="0">
                <a:latin typeface="IBM Plex Mono Text" panose="020B0509050203000203" pitchFamily="49" charset="0"/>
              </a:rPr>
              <a:t>) as "Jahr"</a:t>
            </a:r>
          </a:p>
          <a:p>
            <a:pPr>
              <a:lnSpc>
                <a:spcPct val="100000"/>
              </a:lnSpc>
            </a:pPr>
            <a:r>
              <a:rPr lang="en-US" sz="1000" dirty="0">
                <a:latin typeface="IBM Plex Mono Text" panose="020B0509050203000203" pitchFamily="49" charset="0"/>
              </a:rPr>
              <a:t>     , </a:t>
            </a:r>
            <a:r>
              <a:rPr lang="en-US" sz="1000" dirty="0" err="1">
                <a:highlight>
                  <a:srgbClr val="00FFFF"/>
                </a:highlight>
                <a:latin typeface="IBM Plex Mono Text" panose="020B0509050203000203" pitchFamily="49" charset="0"/>
              </a:rPr>
              <a:t>formattimestamp</a:t>
            </a:r>
            <a:r>
              <a:rPr lang="en-US" sz="1000" dirty="0">
                <a:latin typeface="IBM Plex Mono Text" panose="020B0509050203000203" pitchFamily="49" charset="0"/>
              </a:rPr>
              <a:t>(</a:t>
            </a:r>
            <a:r>
              <a:rPr lang="en-US" sz="1000" dirty="0" err="1">
                <a:latin typeface="IBM Plex Mono Text" panose="020B0509050203000203" pitchFamily="49" charset="0"/>
              </a:rPr>
              <a:t>ostern</a:t>
            </a:r>
            <a:r>
              <a:rPr lang="en-US" sz="1000" dirty="0">
                <a:latin typeface="IBM Plex Mono Text" panose="020B0509050203000203" pitchFamily="49" charset="0"/>
              </a:rPr>
              <a:t>,           'd. MMMM', 'de-DE') as "</a:t>
            </a:r>
            <a:r>
              <a:rPr lang="en-US" sz="1000" dirty="0" err="1">
                <a:latin typeface="IBM Plex Mono Text" panose="020B0509050203000203" pitchFamily="49" charset="0"/>
              </a:rPr>
              <a:t>Ostern</a:t>
            </a:r>
            <a:r>
              <a:rPr lang="en-US" sz="1000" dirty="0">
                <a:latin typeface="IBM Plex Mono Text" panose="020B0509050203000203" pitchFamily="49" charset="0"/>
              </a:rPr>
              <a:t>"</a:t>
            </a:r>
          </a:p>
          <a:p>
            <a:pPr>
              <a:lnSpc>
                <a:spcPct val="100000"/>
              </a:lnSpc>
            </a:pPr>
            <a:r>
              <a:rPr lang="en-US" sz="1000" dirty="0">
                <a:latin typeface="IBM Plex Mono Text" panose="020B0509050203000203" pitchFamily="49" charset="0"/>
              </a:rPr>
              <a:t>     , </a:t>
            </a:r>
            <a:r>
              <a:rPr lang="en-US" sz="1000" dirty="0" err="1">
                <a:latin typeface="IBM Plex Mono Text" panose="020B0509050203000203" pitchFamily="49" charset="0"/>
              </a:rPr>
              <a:t>formattimestamp</a:t>
            </a:r>
            <a:r>
              <a:rPr lang="en-US" sz="1000" dirty="0">
                <a:latin typeface="IBM Plex Mono Text" panose="020B0509050203000203" pitchFamily="49" charset="0"/>
              </a:rPr>
              <a:t>(</a:t>
            </a:r>
            <a:r>
              <a:rPr lang="en-US" sz="1000" dirty="0" err="1">
                <a:latin typeface="IBM Plex Mono Text" panose="020B0509050203000203" pitchFamily="49" charset="0"/>
              </a:rPr>
              <a:t>ostern</a:t>
            </a:r>
            <a:r>
              <a:rPr lang="en-US" sz="1000" dirty="0">
                <a:latin typeface="IBM Plex Mono Text" panose="020B0509050203000203" pitchFamily="49" charset="0"/>
              </a:rPr>
              <a:t> + 39 days, 'd. MMMM', 'de-DE') as "</a:t>
            </a:r>
            <a:r>
              <a:rPr lang="en-US" sz="1000" dirty="0" err="1">
                <a:latin typeface="IBM Plex Mono Text" panose="020B0509050203000203" pitchFamily="49" charset="0"/>
              </a:rPr>
              <a:t>Himmelfahrt</a:t>
            </a:r>
            <a:r>
              <a:rPr lang="en-US" sz="1000" dirty="0">
                <a:latin typeface="IBM Plex Mono Text" panose="020B0509050203000203" pitchFamily="49" charset="0"/>
              </a:rPr>
              <a:t>"</a:t>
            </a:r>
          </a:p>
          <a:p>
            <a:pPr>
              <a:lnSpc>
                <a:spcPct val="100000"/>
              </a:lnSpc>
            </a:pPr>
            <a:r>
              <a:rPr lang="en-US" sz="1000" dirty="0">
                <a:latin typeface="IBM Plex Mono Text" panose="020B0509050203000203" pitchFamily="49" charset="0"/>
              </a:rPr>
              <a:t>     , </a:t>
            </a:r>
            <a:r>
              <a:rPr lang="en-US" sz="1000" dirty="0" err="1">
                <a:latin typeface="IBM Plex Mono Text" panose="020B0509050203000203" pitchFamily="49" charset="0"/>
              </a:rPr>
              <a:t>formattimestamp</a:t>
            </a:r>
            <a:r>
              <a:rPr lang="en-US" sz="1000" dirty="0">
                <a:latin typeface="IBM Plex Mono Text" panose="020B0509050203000203" pitchFamily="49" charset="0"/>
              </a:rPr>
              <a:t>(</a:t>
            </a:r>
            <a:r>
              <a:rPr lang="en-US" sz="1000" dirty="0" err="1">
                <a:latin typeface="IBM Plex Mono Text" panose="020B0509050203000203" pitchFamily="49" charset="0"/>
              </a:rPr>
              <a:t>ostern</a:t>
            </a:r>
            <a:r>
              <a:rPr lang="en-US" sz="1000" dirty="0">
                <a:latin typeface="IBM Plex Mono Text" panose="020B0509050203000203" pitchFamily="49" charset="0"/>
              </a:rPr>
              <a:t> + 49 days, 'd. MMMM', 'de-DE') as "Pfingsten"</a:t>
            </a:r>
          </a:p>
          <a:p>
            <a:pPr>
              <a:lnSpc>
                <a:spcPct val="100000"/>
              </a:lnSpc>
            </a:pPr>
            <a:r>
              <a:rPr lang="en-US" sz="1000" dirty="0">
                <a:latin typeface="IBM Plex Mono Text" panose="020B0509050203000203" pitchFamily="49" charset="0"/>
              </a:rPr>
              <a:t>     , </a:t>
            </a:r>
            <a:r>
              <a:rPr lang="en-US" sz="1000" dirty="0" err="1">
                <a:latin typeface="IBM Plex Mono Text" panose="020B0509050203000203" pitchFamily="49" charset="0"/>
              </a:rPr>
              <a:t>formattimestamp</a:t>
            </a:r>
            <a:r>
              <a:rPr lang="en-US" sz="1000" dirty="0">
                <a:latin typeface="IBM Plex Mono Text" panose="020B0509050203000203" pitchFamily="49" charset="0"/>
              </a:rPr>
              <a:t>(</a:t>
            </a:r>
            <a:r>
              <a:rPr lang="en-US" sz="1000" dirty="0" err="1">
                <a:latin typeface="IBM Plex Mono Text" panose="020B0509050203000203" pitchFamily="49" charset="0"/>
              </a:rPr>
              <a:t>ostern</a:t>
            </a:r>
            <a:r>
              <a:rPr lang="en-US" sz="1000" dirty="0">
                <a:latin typeface="IBM Plex Mono Text" panose="020B0509050203000203" pitchFamily="49" charset="0"/>
              </a:rPr>
              <a:t> + 60 days, 'd. MMMM', 'de-DE') as "</a:t>
            </a:r>
            <a:r>
              <a:rPr lang="en-US" sz="1000" dirty="0" err="1">
                <a:latin typeface="IBM Plex Mono Text" panose="020B0509050203000203" pitchFamily="49" charset="0"/>
              </a:rPr>
              <a:t>Fronleichnam</a:t>
            </a:r>
            <a:r>
              <a:rPr lang="en-US" sz="1000" dirty="0">
                <a:latin typeface="IBM Plex Mono Text" panose="020B0509050203000203" pitchFamily="49" charset="0"/>
              </a:rPr>
              <a:t>"</a:t>
            </a:r>
          </a:p>
          <a:p>
            <a:pPr>
              <a:lnSpc>
                <a:spcPct val="100000"/>
              </a:lnSpc>
            </a:pPr>
            <a:r>
              <a:rPr lang="en-US" sz="1000" dirty="0">
                <a:latin typeface="IBM Plex Mono Text" panose="020B0509050203000203" pitchFamily="49" charset="0"/>
              </a:rPr>
              <a:t>  from </a:t>
            </a:r>
            <a:r>
              <a:rPr lang="en-US" sz="1000" dirty="0" err="1">
                <a:latin typeface="IBM Plex Mono Text" panose="020B0509050203000203" pitchFamily="49" charset="0"/>
              </a:rPr>
              <a:t>jahre</a:t>
            </a:r>
            <a:endParaRPr lang="en-US" sz="1000" dirty="0">
              <a:latin typeface="IBM Plex Mono Text" panose="020B0509050203000203" pitchFamily="49" charset="0"/>
            </a:endParaRPr>
          </a:p>
          <a:p>
            <a:pPr>
              <a:lnSpc>
                <a:spcPct val="100000"/>
              </a:lnSpc>
            </a:pPr>
            <a:endParaRPr lang="en-US" sz="1000" dirty="0">
              <a:latin typeface="IBM Plex Mono Text" panose="020B0509050203000203" pitchFamily="49" charset="0"/>
            </a:endParaRPr>
          </a:p>
          <a:p>
            <a:pPr>
              <a:lnSpc>
                <a:spcPct val="100000"/>
              </a:lnSpc>
            </a:pPr>
            <a:endParaRPr lang="en-US" sz="1000" dirty="0">
              <a:latin typeface="IBM Plex Mono Text" panose="020B0509050203000203" pitchFamily="49" charset="0"/>
            </a:endParaRPr>
          </a:p>
          <a:p>
            <a:pPr>
              <a:lnSpc>
                <a:spcPct val="100000"/>
              </a:lnSpc>
            </a:pPr>
            <a:endParaRPr lang="en-DE" sz="1000" dirty="0">
              <a:latin typeface="IBM Plex Mono Text" panose="020B0509050203000203" pitchFamily="49" charset="0"/>
            </a:endParaRPr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621BF287-68B5-0788-7618-75D974B6AB3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98835214"/>
              </p:ext>
            </p:extLst>
          </p:nvPr>
        </p:nvGraphicFramePr>
        <p:xfrm>
          <a:off x="215475" y="2911157"/>
          <a:ext cx="8469315" cy="1219200"/>
        </p:xfrm>
        <a:graphic>
          <a:graphicData uri="http://schemas.openxmlformats.org/drawingml/2006/table">
            <a:tbl>
              <a:tblPr firstRow="1">
                <a:tableStyleId>{69012ECD-51FC-41F1-AA8D-1B2483CD663E}</a:tableStyleId>
              </a:tblPr>
              <a:tblGrid>
                <a:gridCol w="1693863">
                  <a:extLst>
                    <a:ext uri="{9D8B030D-6E8A-4147-A177-3AD203B41FA5}">
                      <a16:colId xmlns:a16="http://schemas.microsoft.com/office/drawing/2014/main" val="1810311180"/>
                    </a:ext>
                  </a:extLst>
                </a:gridCol>
                <a:gridCol w="1693863">
                  <a:extLst>
                    <a:ext uri="{9D8B030D-6E8A-4147-A177-3AD203B41FA5}">
                      <a16:colId xmlns:a16="http://schemas.microsoft.com/office/drawing/2014/main" val="1833299943"/>
                    </a:ext>
                  </a:extLst>
                </a:gridCol>
                <a:gridCol w="1693863">
                  <a:extLst>
                    <a:ext uri="{9D8B030D-6E8A-4147-A177-3AD203B41FA5}">
                      <a16:colId xmlns:a16="http://schemas.microsoft.com/office/drawing/2014/main" val="2157064620"/>
                    </a:ext>
                  </a:extLst>
                </a:gridCol>
                <a:gridCol w="1693863">
                  <a:extLst>
                    <a:ext uri="{9D8B030D-6E8A-4147-A177-3AD203B41FA5}">
                      <a16:colId xmlns:a16="http://schemas.microsoft.com/office/drawing/2014/main" val="3582713625"/>
                    </a:ext>
                  </a:extLst>
                </a:gridCol>
                <a:gridCol w="1693863">
                  <a:extLst>
                    <a:ext uri="{9D8B030D-6E8A-4147-A177-3AD203B41FA5}">
                      <a16:colId xmlns:a16="http://schemas.microsoft.com/office/drawing/2014/main" val="2999981508"/>
                    </a:ext>
                  </a:extLst>
                </a:gridCol>
              </a:tblGrid>
              <a:tr h="142309">
                <a:tc>
                  <a:txBody>
                    <a:bodyPr/>
                    <a:lstStyle/>
                    <a:p>
                      <a:pPr algn="l" fontAlgn="auto">
                        <a:buNone/>
                      </a:pPr>
                      <a:r>
                        <a:rPr lang="en-US" sz="1000" dirty="0">
                          <a:solidFill>
                            <a:schemeClr val="bg1"/>
                          </a:solidFill>
                          <a:effectLst/>
                        </a:rPr>
                        <a:t>Jahr</a:t>
                      </a:r>
                      <a:endParaRPr lang="en-US" sz="1000" dirty="0">
                        <a:solidFill>
                          <a:schemeClr val="bg1"/>
                        </a:solidFill>
                        <a:effectLst/>
                        <a:latin typeface="inheri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fontAlgn="auto">
                        <a:buNone/>
                      </a:pPr>
                      <a:r>
                        <a:rPr lang="en-US" sz="1000" dirty="0" err="1">
                          <a:solidFill>
                            <a:schemeClr val="bg1"/>
                          </a:solidFill>
                          <a:effectLst/>
                        </a:rPr>
                        <a:t>Ostern</a:t>
                      </a:r>
                      <a:endParaRPr lang="en-US" sz="1000" dirty="0">
                        <a:solidFill>
                          <a:schemeClr val="bg1"/>
                        </a:solidFill>
                        <a:effectLst/>
                        <a:latin typeface="inheri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fontAlgn="auto">
                        <a:buNone/>
                      </a:pPr>
                      <a:r>
                        <a:rPr lang="en-US" sz="1000" dirty="0" err="1">
                          <a:solidFill>
                            <a:schemeClr val="bg1"/>
                          </a:solidFill>
                          <a:effectLst/>
                        </a:rPr>
                        <a:t>Himmelfahrt</a:t>
                      </a:r>
                      <a:endParaRPr lang="en-US" sz="1000" dirty="0">
                        <a:solidFill>
                          <a:schemeClr val="bg1"/>
                        </a:solidFill>
                        <a:effectLst/>
                        <a:latin typeface="inheri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fontAlgn="auto">
                        <a:buNone/>
                      </a:pPr>
                      <a:r>
                        <a:rPr lang="en-US" sz="1000" dirty="0">
                          <a:solidFill>
                            <a:schemeClr val="bg1"/>
                          </a:solidFill>
                          <a:effectLst/>
                        </a:rPr>
                        <a:t>Pfingsten</a:t>
                      </a:r>
                      <a:endParaRPr lang="en-US" sz="1000" dirty="0">
                        <a:solidFill>
                          <a:schemeClr val="bg1"/>
                        </a:solidFill>
                        <a:effectLst/>
                        <a:latin typeface="inheri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fontAlgn="auto">
                        <a:buNone/>
                      </a:pPr>
                      <a:r>
                        <a:rPr lang="en-US" sz="1000" dirty="0" err="1">
                          <a:solidFill>
                            <a:schemeClr val="bg1"/>
                          </a:solidFill>
                          <a:effectLst/>
                        </a:rPr>
                        <a:t>Fronleichnam</a:t>
                      </a:r>
                      <a:endParaRPr lang="en-US" sz="1000" dirty="0">
                        <a:solidFill>
                          <a:schemeClr val="bg1"/>
                        </a:solidFill>
                        <a:effectLst/>
                        <a:latin typeface="inherit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90686641"/>
                  </a:ext>
                </a:extLst>
              </a:tr>
              <a:tr h="142309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000">
                          <a:solidFill>
                            <a:srgbClr val="525252"/>
                          </a:solidFill>
                          <a:effectLst/>
                        </a:rPr>
                        <a:t>MMXXVI</a:t>
                      </a:r>
                      <a:endParaRPr lang="en-US" sz="1000">
                        <a:solidFill>
                          <a:srgbClr val="525252"/>
                        </a:solidFill>
                        <a:effectLst/>
                        <a:latin typeface="inheri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000">
                          <a:solidFill>
                            <a:srgbClr val="525252"/>
                          </a:solidFill>
                          <a:effectLst/>
                        </a:rPr>
                        <a:t>5. April</a:t>
                      </a:r>
                      <a:endParaRPr lang="en-US" sz="1000">
                        <a:solidFill>
                          <a:srgbClr val="525252"/>
                        </a:solidFill>
                        <a:effectLst/>
                        <a:latin typeface="inheri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000">
                          <a:solidFill>
                            <a:srgbClr val="525252"/>
                          </a:solidFill>
                          <a:effectLst/>
                        </a:rPr>
                        <a:t>14. Mai</a:t>
                      </a:r>
                      <a:endParaRPr lang="en-US" sz="1000">
                        <a:solidFill>
                          <a:srgbClr val="525252"/>
                        </a:solidFill>
                        <a:effectLst/>
                        <a:latin typeface="inheri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000" dirty="0">
                          <a:solidFill>
                            <a:srgbClr val="525252"/>
                          </a:solidFill>
                          <a:effectLst/>
                        </a:rPr>
                        <a:t>24. Mai</a:t>
                      </a:r>
                      <a:endParaRPr lang="en-US" sz="1000" dirty="0">
                        <a:solidFill>
                          <a:srgbClr val="525252"/>
                        </a:solidFill>
                        <a:effectLst/>
                        <a:latin typeface="inheri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000">
                          <a:solidFill>
                            <a:srgbClr val="525252"/>
                          </a:solidFill>
                          <a:effectLst/>
                        </a:rPr>
                        <a:t>4. Juni</a:t>
                      </a:r>
                      <a:endParaRPr lang="en-US" sz="1000">
                        <a:solidFill>
                          <a:srgbClr val="525252"/>
                        </a:solidFill>
                        <a:effectLst/>
                        <a:latin typeface="inherit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42494457"/>
                  </a:ext>
                </a:extLst>
              </a:tr>
              <a:tr h="142309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000">
                          <a:solidFill>
                            <a:srgbClr val="525252"/>
                          </a:solidFill>
                          <a:effectLst/>
                        </a:rPr>
                        <a:t>MMXXVII</a:t>
                      </a:r>
                      <a:endParaRPr lang="en-US" sz="1000">
                        <a:solidFill>
                          <a:srgbClr val="525252"/>
                        </a:solidFill>
                        <a:effectLst/>
                        <a:latin typeface="inheri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000" dirty="0">
                          <a:solidFill>
                            <a:srgbClr val="525252"/>
                          </a:solidFill>
                          <a:effectLst/>
                        </a:rPr>
                        <a:t>28. März</a:t>
                      </a:r>
                      <a:endParaRPr lang="en-US" sz="1000" dirty="0">
                        <a:solidFill>
                          <a:srgbClr val="525252"/>
                        </a:solidFill>
                        <a:effectLst/>
                        <a:latin typeface="inheri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000">
                          <a:solidFill>
                            <a:srgbClr val="525252"/>
                          </a:solidFill>
                          <a:effectLst/>
                        </a:rPr>
                        <a:t>6. Mai</a:t>
                      </a:r>
                      <a:endParaRPr lang="en-US" sz="1000">
                        <a:solidFill>
                          <a:srgbClr val="525252"/>
                        </a:solidFill>
                        <a:effectLst/>
                        <a:latin typeface="inheri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000">
                          <a:solidFill>
                            <a:srgbClr val="525252"/>
                          </a:solidFill>
                          <a:effectLst/>
                        </a:rPr>
                        <a:t>16. Mai</a:t>
                      </a:r>
                      <a:endParaRPr lang="en-US" sz="1000">
                        <a:solidFill>
                          <a:srgbClr val="525252"/>
                        </a:solidFill>
                        <a:effectLst/>
                        <a:latin typeface="inheri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000">
                          <a:solidFill>
                            <a:srgbClr val="525252"/>
                          </a:solidFill>
                          <a:effectLst/>
                        </a:rPr>
                        <a:t>27. Mai</a:t>
                      </a:r>
                      <a:endParaRPr lang="en-US" sz="1000">
                        <a:solidFill>
                          <a:srgbClr val="525252"/>
                        </a:solidFill>
                        <a:effectLst/>
                        <a:latin typeface="inherit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09590880"/>
                  </a:ext>
                </a:extLst>
              </a:tr>
              <a:tr h="142309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000">
                          <a:solidFill>
                            <a:srgbClr val="525252"/>
                          </a:solidFill>
                          <a:effectLst/>
                        </a:rPr>
                        <a:t>MMXXVIII</a:t>
                      </a:r>
                      <a:endParaRPr lang="en-US" sz="1000">
                        <a:solidFill>
                          <a:srgbClr val="525252"/>
                        </a:solidFill>
                        <a:effectLst/>
                        <a:latin typeface="inheri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000" dirty="0">
                          <a:solidFill>
                            <a:srgbClr val="525252"/>
                          </a:solidFill>
                          <a:effectLst/>
                        </a:rPr>
                        <a:t>16. April</a:t>
                      </a:r>
                      <a:endParaRPr lang="en-US" sz="1000" dirty="0">
                        <a:solidFill>
                          <a:srgbClr val="525252"/>
                        </a:solidFill>
                        <a:effectLst/>
                        <a:latin typeface="inheri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000">
                          <a:solidFill>
                            <a:srgbClr val="525252"/>
                          </a:solidFill>
                          <a:effectLst/>
                        </a:rPr>
                        <a:t>25. Mai</a:t>
                      </a:r>
                      <a:endParaRPr lang="en-US" sz="1000">
                        <a:solidFill>
                          <a:srgbClr val="525252"/>
                        </a:solidFill>
                        <a:effectLst/>
                        <a:latin typeface="inheri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000">
                          <a:solidFill>
                            <a:srgbClr val="525252"/>
                          </a:solidFill>
                          <a:effectLst/>
                        </a:rPr>
                        <a:t>4. Juni</a:t>
                      </a:r>
                      <a:endParaRPr lang="en-US" sz="1000">
                        <a:solidFill>
                          <a:srgbClr val="525252"/>
                        </a:solidFill>
                        <a:effectLst/>
                        <a:latin typeface="inheri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000">
                          <a:solidFill>
                            <a:srgbClr val="525252"/>
                          </a:solidFill>
                          <a:effectLst/>
                        </a:rPr>
                        <a:t>15. Juni</a:t>
                      </a:r>
                      <a:endParaRPr lang="en-US" sz="1000">
                        <a:solidFill>
                          <a:srgbClr val="525252"/>
                        </a:solidFill>
                        <a:effectLst/>
                        <a:latin typeface="inherit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73423736"/>
                  </a:ext>
                </a:extLst>
              </a:tr>
              <a:tr h="142309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000" dirty="0">
                          <a:solidFill>
                            <a:srgbClr val="525252"/>
                          </a:solidFill>
                          <a:effectLst/>
                          <a:latin typeface="inherit"/>
                        </a:rPr>
                        <a:t>…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000" dirty="0">
                          <a:solidFill>
                            <a:srgbClr val="525252"/>
                          </a:solidFill>
                          <a:effectLst/>
                          <a:latin typeface="inherit"/>
                        </a:rPr>
                        <a:t>…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000" dirty="0">
                          <a:solidFill>
                            <a:srgbClr val="525252"/>
                          </a:solidFill>
                          <a:effectLst/>
                          <a:latin typeface="inherit"/>
                        </a:rPr>
                        <a:t>…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000" dirty="0">
                          <a:solidFill>
                            <a:srgbClr val="525252"/>
                          </a:solidFill>
                          <a:effectLst/>
                          <a:latin typeface="inherit"/>
                        </a:rPr>
                        <a:t>…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000" dirty="0">
                          <a:solidFill>
                            <a:srgbClr val="525252"/>
                          </a:solidFill>
                          <a:effectLst/>
                          <a:latin typeface="inherit"/>
                        </a:rPr>
                        <a:t>…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246493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00769109"/>
      </p:ext>
    </p:extLst>
  </p:cSld>
  <p:clrMapOvr>
    <a:masterClrMapping/>
  </p:clrMapOvr>
  <p:transition spd="med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D0DC5A-73F3-6E40-2DD4-2CDC2A9808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85F84F36-D593-DBA1-7FF0-7090B30E87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5999" y="216027"/>
            <a:ext cx="8470194" cy="409798"/>
          </a:xfrm>
        </p:spPr>
        <p:txBody>
          <a:bodyPr/>
          <a:lstStyle/>
          <a:p>
            <a:r>
              <a:rPr lang="en-US" dirty="0"/>
              <a:t>Appetizer </a:t>
            </a:r>
            <a:r>
              <a:rPr lang="en-US" dirty="0">
                <a:sym typeface="Wingdings" panose="05000000000000000000" pitchFamily="2" charset="2"/>
              </a:rPr>
              <a:t></a:t>
            </a:r>
            <a:endParaRPr lang="en-DE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3647848A-2AFB-6234-AE8B-BE10112261B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15475" y="733607"/>
            <a:ext cx="8470194" cy="1441558"/>
          </a:xfrm>
          <a:solidFill>
            <a:schemeClr val="accent1">
              <a:lumMod val="20000"/>
              <a:lumOff val="80000"/>
              <a:alpha val="30000"/>
            </a:schemeClr>
          </a:solidFill>
          <a:ln w="12700">
            <a:solidFill>
              <a:schemeClr val="accent1"/>
            </a:solidFill>
            <a:miter lim="400000"/>
          </a:ln>
        </p:spPr>
        <p:txBody>
          <a:bodyPr lIns="36000" tIns="36000" rIns="36000" bIns="0"/>
          <a:lstStyle/>
          <a:p>
            <a:pPr>
              <a:lnSpc>
                <a:spcPct val="100000"/>
              </a:lnSpc>
            </a:pPr>
            <a:r>
              <a:rPr lang="en-US" sz="1000" dirty="0">
                <a:latin typeface="IBM Plex Mono Text" panose="020B0509050203000203" pitchFamily="49" charset="0"/>
              </a:rPr>
              <a:t>select </a:t>
            </a:r>
            <a:r>
              <a:rPr lang="en-US" sz="1000" dirty="0" err="1">
                <a:latin typeface="IBM Plex Mono Text" panose="020B0509050203000203" pitchFamily="49" charset="0"/>
              </a:rPr>
              <a:t>runstats</a:t>
            </a:r>
            <a:r>
              <a:rPr lang="en-US" sz="1000" dirty="0">
                <a:latin typeface="IBM Plex Mono Text" panose="020B0509050203000203" pitchFamily="49" charset="0"/>
              </a:rPr>
              <a:t>('TABLES', 'DSN81310', '^(EMP|DEPT)$', '') </a:t>
            </a:r>
          </a:p>
          <a:p>
            <a:pPr>
              <a:lnSpc>
                <a:spcPct val="100000"/>
              </a:lnSpc>
            </a:pPr>
            <a:r>
              <a:rPr lang="en-US" sz="1000" dirty="0">
                <a:latin typeface="IBM Plex Mono Text" panose="020B0509050203000203" pitchFamily="49" charset="0"/>
              </a:rPr>
              <a:t>  from </a:t>
            </a:r>
            <a:r>
              <a:rPr lang="en-US" sz="1000" dirty="0" err="1">
                <a:latin typeface="IBM Plex Mono Text" panose="020B0509050203000203" pitchFamily="49" charset="0"/>
              </a:rPr>
              <a:t>sysibm.sysdummyu</a:t>
            </a:r>
            <a:endParaRPr lang="en-US" sz="1000" dirty="0">
              <a:latin typeface="IBM Plex Mono Text" panose="020B0509050203000203" pitchFamily="49" charset="0"/>
            </a:endParaRPr>
          </a:p>
          <a:p>
            <a:pPr>
              <a:lnSpc>
                <a:spcPct val="100000"/>
              </a:lnSpc>
            </a:pPr>
            <a:r>
              <a:rPr lang="en-US" sz="1000" dirty="0">
                <a:latin typeface="IBM Plex Mono Text" panose="020B0509050203000203" pitchFamily="49" charset="0"/>
              </a:rPr>
              <a:t>;</a:t>
            </a:r>
          </a:p>
          <a:p>
            <a:pPr>
              <a:lnSpc>
                <a:spcPct val="100000"/>
              </a:lnSpc>
            </a:pPr>
            <a:br>
              <a:rPr lang="en-US" sz="1000" dirty="0">
                <a:latin typeface="IBM Plex Mono Text" panose="020B0509050203000203" pitchFamily="49" charset="0"/>
              </a:rPr>
            </a:br>
            <a:endParaRPr lang="en-US" sz="1000" dirty="0">
              <a:latin typeface="IBM Plex Mono Text" panose="020B0509050203000203" pitchFamily="49" charset="0"/>
            </a:endParaRPr>
          </a:p>
          <a:p>
            <a:pPr>
              <a:lnSpc>
                <a:spcPct val="100000"/>
              </a:lnSpc>
            </a:pPr>
            <a:r>
              <a:rPr lang="en-US" sz="1000" dirty="0">
                <a:latin typeface="IBM Plex Mono Text" panose="020B0509050203000203" pitchFamily="49" charset="0"/>
              </a:rPr>
              <a:t>select db2util.utility_output</a:t>
            </a:r>
          </a:p>
          <a:p>
            <a:pPr>
              <a:lnSpc>
                <a:spcPct val="100000"/>
              </a:lnSpc>
            </a:pPr>
            <a:r>
              <a:rPr lang="en-US" sz="1000" dirty="0">
                <a:latin typeface="IBM Plex Mono Text" panose="020B0509050203000203" pitchFamily="49" charset="0"/>
              </a:rPr>
              <a:t>  from </a:t>
            </a:r>
            <a:r>
              <a:rPr lang="en-US" sz="1000" dirty="0" err="1">
                <a:latin typeface="IBM Plex Mono Text" panose="020B0509050203000203" pitchFamily="49" charset="0"/>
              </a:rPr>
              <a:t>sysibm.sysdummyu</a:t>
            </a:r>
            <a:endParaRPr lang="en-US" sz="1000" dirty="0">
              <a:latin typeface="IBM Plex Mono Text" panose="020B0509050203000203" pitchFamily="49" charset="0"/>
            </a:endParaRPr>
          </a:p>
          <a:p>
            <a:pPr>
              <a:lnSpc>
                <a:spcPct val="100000"/>
              </a:lnSpc>
            </a:pPr>
            <a:r>
              <a:rPr lang="en-US" sz="1000" dirty="0">
                <a:latin typeface="IBM Plex Mono Text" panose="020B0509050203000203" pitchFamily="49" charset="0"/>
              </a:rPr>
              <a:t>;</a:t>
            </a:r>
          </a:p>
          <a:p>
            <a:pPr>
              <a:lnSpc>
                <a:spcPct val="100000"/>
              </a:lnSpc>
            </a:pPr>
            <a:endParaRPr lang="en-DE" sz="1000" dirty="0">
              <a:latin typeface="IBM Plex Mono Text" panose="020B0509050203000203" pitchFamily="49" charset="0"/>
            </a:endParaRPr>
          </a:p>
        </p:txBody>
      </p:sp>
      <p:sp>
        <p:nvSpPr>
          <p:cNvPr id="2" name="Text Placeholder 6">
            <a:extLst>
              <a:ext uri="{FF2B5EF4-FFF2-40B4-BE49-F238E27FC236}">
                <a16:creationId xmlns:a16="http://schemas.microsoft.com/office/drawing/2014/main" id="{66F95973-C09A-63F7-23E0-234A17477266}"/>
              </a:ext>
            </a:extLst>
          </p:cNvPr>
          <p:cNvSpPr txBox="1">
            <a:spLocks/>
          </p:cNvSpPr>
          <p:nvPr/>
        </p:nvSpPr>
        <p:spPr>
          <a:xfrm>
            <a:off x="215999" y="2382298"/>
            <a:ext cx="8470194" cy="144155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/>
          <a:lstStyle>
            <a:lvl1pPr marL="0" marR="0" indent="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350" b="0" i="0" u="none" strike="noStrike" cap="none" spc="0" baseline="0">
                <a:solidFill>
                  <a:schemeClr val="tx1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1pPr>
            <a:lvl2pPr marL="268288" marR="0" indent="-268288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Tx/>
              <a:buChar char="–"/>
              <a:tabLst/>
              <a:defRPr sz="1350" b="0" i="0" u="none" strike="noStrike" cap="none" spc="0" baseline="0">
                <a:solidFill>
                  <a:schemeClr val="tx1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2pPr>
            <a:lvl3pPr marL="246888" marR="0" indent="-123444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Tx/>
              <a:buChar char="•"/>
              <a:tabLst/>
              <a:defRPr sz="1350" b="0" i="0" u="none" strike="noStrike" cap="none" spc="0" baseline="0">
                <a:solidFill>
                  <a:schemeClr val="tx1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3pPr>
            <a:lvl4pPr marL="370332" marR="0" indent="-123444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Tx/>
              <a:buChar char="–"/>
              <a:tabLst/>
              <a:defRPr sz="1350" b="0" i="0" u="none" strike="noStrike" cap="none" spc="0" baseline="0">
                <a:solidFill>
                  <a:schemeClr val="tx1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4pPr>
            <a:lvl5pPr marL="428625" marR="0" indent="-171450" algn="l" defTabSz="914400" rtl="0" eaLnBrk="1" latinLnBrk="0" hangingPunct="1">
              <a:lnSpc>
                <a:spcPct val="110000"/>
              </a:lnSpc>
              <a:spcBef>
                <a:spcPts val="1088"/>
              </a:spcBef>
              <a:spcAft>
                <a:spcPts val="0"/>
              </a:spcAft>
              <a:buClrTx/>
              <a:buSzPct val="100000"/>
              <a:buFont typeface="IBM Plex Sans" panose="020B0604020202020204" pitchFamily="34" charset="0"/>
              <a:buChar char="•"/>
              <a:tabLst/>
              <a:defRPr sz="135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5pPr>
            <a:lvl6pPr marL="691148" marR="0" indent="-145878" algn="l" defTabSz="914400" rtl="0" eaLnBrk="1" latinLnBrk="0" hangingPunct="1">
              <a:lnSpc>
                <a:spcPct val="100000"/>
              </a:lnSpc>
              <a:spcBef>
                <a:spcPts val="1088"/>
              </a:spcBef>
              <a:spcAft>
                <a:spcPts val="0"/>
              </a:spcAft>
              <a:buClrTx/>
              <a:buSzPct val="100000"/>
              <a:buFontTx/>
              <a:buChar char="»"/>
              <a:tabLst/>
              <a:defRPr sz="135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6pPr>
            <a:lvl7pPr marL="827112" marR="0" indent="-145878" algn="l" defTabSz="914400" rtl="0" eaLnBrk="1" latinLnBrk="0" hangingPunct="1">
              <a:lnSpc>
                <a:spcPct val="100000"/>
              </a:lnSpc>
              <a:spcBef>
                <a:spcPts val="1088"/>
              </a:spcBef>
              <a:spcAft>
                <a:spcPts val="0"/>
              </a:spcAft>
              <a:buClrTx/>
              <a:buSzPct val="100000"/>
              <a:buFontTx/>
              <a:buChar char="»"/>
              <a:tabLst/>
              <a:defRPr sz="135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7pPr>
            <a:lvl8pPr marL="963075" marR="0" indent="-145878" algn="l" defTabSz="914400" rtl="0" eaLnBrk="1" latinLnBrk="0" hangingPunct="1">
              <a:lnSpc>
                <a:spcPct val="100000"/>
              </a:lnSpc>
              <a:spcBef>
                <a:spcPts val="1088"/>
              </a:spcBef>
              <a:spcAft>
                <a:spcPts val="0"/>
              </a:spcAft>
              <a:buClrTx/>
              <a:buSzPct val="100000"/>
              <a:buFontTx/>
              <a:buChar char="»"/>
              <a:tabLst/>
              <a:defRPr sz="135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8pPr>
            <a:lvl9pPr marL="1099038" marR="0" indent="-145878" algn="l" defTabSz="914400" rtl="0" eaLnBrk="1" latinLnBrk="0" hangingPunct="1">
              <a:lnSpc>
                <a:spcPct val="100000"/>
              </a:lnSpc>
              <a:spcBef>
                <a:spcPts val="1088"/>
              </a:spcBef>
              <a:spcAft>
                <a:spcPts val="0"/>
              </a:spcAft>
              <a:buClrTx/>
              <a:buSzPct val="100000"/>
              <a:buFontTx/>
              <a:buChar char="»"/>
              <a:tabLst/>
              <a:defRPr sz="135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9pPr>
          </a:lstStyle>
          <a:p>
            <a:pPr>
              <a:lnSpc>
                <a:spcPct val="100000"/>
              </a:lnSpc>
            </a:pPr>
            <a:r>
              <a:rPr lang="en-US" sz="1000" kern="0" dirty="0">
                <a:latin typeface="IBM Plex Mono Text" panose="020B0509050203000203" pitchFamily="49" charset="0"/>
              </a:rPr>
              <a:t>DSNU000I    162 04:01:04.66 DSNUGUTC - OUTPUT START FOR UTILITY, UTILID = UTIL35625</a:t>
            </a:r>
          </a:p>
          <a:p>
            <a:pPr>
              <a:lnSpc>
                <a:spcPct val="100000"/>
              </a:lnSpc>
            </a:pPr>
            <a:r>
              <a:rPr lang="en-US" sz="1000" kern="0" dirty="0">
                <a:latin typeface="IBM Plex Mono Text" panose="020B0509050203000203" pitchFamily="49" charset="0"/>
              </a:rPr>
              <a:t>DSNU1045I   162 04:01:04.67 DSNUGTIS - PROCESSING SYSIN AS UNICODE UTF-8 </a:t>
            </a:r>
          </a:p>
          <a:p>
            <a:pPr>
              <a:lnSpc>
                <a:spcPct val="100000"/>
              </a:lnSpc>
            </a:pPr>
            <a:r>
              <a:rPr lang="en-US" sz="1000" kern="0" dirty="0">
                <a:latin typeface="IBM Plex Mono Text" panose="020B0509050203000203" pitchFamily="49" charset="0"/>
              </a:rPr>
              <a:t>DSNU050I    162 04:01:04.68 DSNUGUTC -  LISTDEF RSLIST INCLUDE TABLE DSN81310."DEPT" INCLUDE TABLE DSN81310."EMP"</a:t>
            </a:r>
          </a:p>
          <a:p>
            <a:pPr>
              <a:lnSpc>
                <a:spcPct val="100000"/>
              </a:lnSpc>
            </a:pPr>
            <a:r>
              <a:rPr lang="en-US" sz="1000" kern="0" dirty="0">
                <a:latin typeface="IBM Plex Mono Text" panose="020B0509050203000203" pitchFamily="49" charset="0"/>
              </a:rPr>
              <a:t>DSNU1035I   162 04:01:04.69 DSNUILDR - LISTDEF STATEMENT PROCESSED SUCCESSFULLY</a:t>
            </a:r>
          </a:p>
          <a:p>
            <a:pPr>
              <a:lnSpc>
                <a:spcPct val="100000"/>
              </a:lnSpc>
            </a:pPr>
            <a:r>
              <a:rPr lang="en-US" sz="1000" kern="0" dirty="0">
                <a:latin typeface="IBM Plex Mono Text" panose="020B0509050203000203" pitchFamily="49" charset="0"/>
              </a:rPr>
              <a:t>DSNU050I    162 04:01:04.69 DSNUGUTC -  RUNSTATS TABLESPACE LIST RSLIST TABLE USE PROFILE SORTDEVT SYSALLDA</a:t>
            </a:r>
          </a:p>
          <a:p>
            <a:pPr>
              <a:lnSpc>
                <a:spcPct val="100000"/>
              </a:lnSpc>
            </a:pPr>
            <a:r>
              <a:rPr lang="en-US" sz="1000" kern="0" dirty="0">
                <a:latin typeface="IBM Plex Mono Text" panose="020B0509050203000203" pitchFamily="49" charset="0"/>
              </a:rPr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4043582589"/>
      </p:ext>
    </p:extLst>
  </p:cSld>
  <p:clrMapOvr>
    <a:masterClrMapping/>
  </p:clrMapOvr>
  <p:transition spd="med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>
            <a:extLst>
              <a:ext uri="{FF2B5EF4-FFF2-40B4-BE49-F238E27FC236}">
                <a16:creationId xmlns:a16="http://schemas.microsoft.com/office/drawing/2014/main" id="{88BA7231-C9B5-95DB-C4DD-74B3CE7B8F2D}"/>
              </a:ext>
            </a:extLst>
          </p:cNvPr>
          <p:cNvPicPr>
            <a:picLocks noGrp="1" noChangeAspect="1"/>
          </p:cNvPicPr>
          <p:nvPr>
            <p:ph type="pic" sz="quarter" idx="12"/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767069" y="214312"/>
            <a:ext cx="3996000" cy="3996000"/>
          </a:xfrm>
          <a:prstGeom prst="rect">
            <a:avLst/>
          </a:prstGeom>
          <a:solidFill>
            <a:srgbClr val="E0E0E0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5972" y="116681"/>
            <a:ext cx="4193388" cy="3883819"/>
          </a:xfrm>
        </p:spPr>
        <p:txBody>
          <a:bodyPr/>
          <a:lstStyle/>
          <a:p>
            <a:pPr marL="0" lvl="0" indent="0">
              <a:buNone/>
            </a:pPr>
            <a:r>
              <a:rPr dirty="0"/>
              <a:t>Why This Library Exists (2 minutes)</a:t>
            </a:r>
          </a:p>
        </p:txBody>
      </p:sp>
    </p:spTree>
  </p:cSld>
  <p:clrMapOvr>
    <a:masterClrMapping/>
  </p:clrMapOvr>
  <p:transition spd="med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The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Db2 for z/OS lacks many </a:t>
            </a:r>
            <a:r>
              <a:rPr lang="en-US" dirty="0"/>
              <a:t>useful </a:t>
            </a:r>
            <a:r>
              <a:rPr dirty="0"/>
              <a:t>functions that </a:t>
            </a:r>
            <a:r>
              <a:rPr lang="en-US" dirty="0"/>
              <a:t>may be useful to developers and DBs alike</a:t>
            </a:r>
            <a:r>
              <a:rPr dirty="0"/>
              <a:t>:</a:t>
            </a:r>
            <a:endParaRPr lang="en-US" dirty="0"/>
          </a:p>
          <a:p>
            <a:pPr marL="0" lvl="0" indent="0">
              <a:buNone/>
            </a:pPr>
            <a:endParaRPr dirty="0"/>
          </a:p>
          <a:p>
            <a:pPr marL="285750" lvl="0" indent="-285750">
              <a:buFont typeface="Wingdings" panose="05000000000000000000" pitchFamily="2" charset="2"/>
              <a:buChar char="§"/>
            </a:pPr>
            <a:r>
              <a:rPr lang="en-US" dirty="0"/>
              <a:t>R</a:t>
            </a:r>
            <a:r>
              <a:rPr dirty="0"/>
              <a:t>egular expression support</a:t>
            </a:r>
            <a:endParaRPr lang="en-US" dirty="0"/>
          </a:p>
          <a:p>
            <a:pPr marL="285750" lvl="0" indent="-285750">
              <a:buFont typeface="Wingdings" panose="05000000000000000000" pitchFamily="2" charset="2"/>
              <a:buChar char="§"/>
            </a:pPr>
            <a:r>
              <a:rPr lang="en-US" dirty="0"/>
              <a:t>Data type testing and conversion</a:t>
            </a:r>
            <a:endParaRPr dirty="0"/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dirty="0"/>
              <a:t>Extended string formatting capabilities</a:t>
            </a:r>
          </a:p>
          <a:p>
            <a:pPr marL="285750" lvl="0" indent="-285750">
              <a:buFont typeface="Wingdings" panose="05000000000000000000" pitchFamily="2" charset="2"/>
              <a:buChar char="§"/>
            </a:pPr>
            <a:r>
              <a:rPr dirty="0"/>
              <a:t>Base64 encoding</a:t>
            </a:r>
            <a:r>
              <a:rPr lang="en-US" dirty="0"/>
              <a:t> </a:t>
            </a:r>
            <a:r>
              <a:rPr dirty="0"/>
              <a:t>/</a:t>
            </a:r>
            <a:r>
              <a:rPr lang="en-US" dirty="0"/>
              <a:t> </a:t>
            </a:r>
            <a:r>
              <a:rPr dirty="0"/>
              <a:t>decoding</a:t>
            </a:r>
            <a:endParaRPr lang="en-US" dirty="0"/>
          </a:p>
          <a:p>
            <a:pPr marL="285750" lvl="0" indent="-285750">
              <a:buFont typeface="Wingdings" panose="05000000000000000000" pitchFamily="2" charset="2"/>
              <a:buChar char="§"/>
            </a:pPr>
            <a:r>
              <a:rPr lang="en-US" dirty="0"/>
              <a:t>CSV unload in user-defined formats</a:t>
            </a:r>
          </a:p>
          <a:p>
            <a:pPr marL="285750" lvl="0" indent="-285750">
              <a:buFont typeface="Wingdings" panose="05000000000000000000" pitchFamily="2" charset="2"/>
              <a:buChar char="§"/>
            </a:pPr>
            <a:r>
              <a:rPr lang="en-US" dirty="0"/>
              <a:t>Executing utilities (e.g., RUNSTATS) via SQL</a:t>
            </a:r>
            <a:endParaRPr dirty="0"/>
          </a:p>
          <a:p>
            <a:pPr marL="285750" lvl="0" indent="-285750">
              <a:buFont typeface="Wingdings" panose="05000000000000000000" pitchFamily="2" charset="2"/>
              <a:buChar char="§"/>
            </a:pPr>
            <a:r>
              <a:rPr lang="en-US" dirty="0"/>
              <a:t>Dir</a:t>
            </a:r>
            <a:r>
              <a:rPr dirty="0"/>
              <a:t>ect JCL submission </a:t>
            </a:r>
            <a:r>
              <a:rPr lang="en-US" dirty="0"/>
              <a:t>and output retrieval via</a:t>
            </a:r>
            <a:r>
              <a:rPr dirty="0"/>
              <a:t> SQL</a:t>
            </a:r>
          </a:p>
          <a:p>
            <a:pPr marL="285750" lvl="0" indent="-285750">
              <a:buFont typeface="Wingdings" panose="05000000000000000000" pitchFamily="2" charset="2"/>
              <a:buChar char="§"/>
            </a:pPr>
            <a:r>
              <a:rPr lang="en-US" dirty="0"/>
              <a:t>R</a:t>
            </a:r>
            <a:r>
              <a:rPr dirty="0"/>
              <a:t>ead</a:t>
            </a:r>
            <a:r>
              <a:rPr lang="en-US" dirty="0"/>
              <a:t>ing</a:t>
            </a:r>
            <a:r>
              <a:rPr dirty="0"/>
              <a:t> flat files</a:t>
            </a:r>
            <a:r>
              <a:rPr lang="en-US" dirty="0"/>
              <a:t> as “virtual” database tables</a:t>
            </a:r>
            <a:endParaRPr dirty="0"/>
          </a:p>
          <a:p>
            <a:pPr marL="285750" lvl="0" indent="-285750">
              <a:buFont typeface="Wingdings" panose="05000000000000000000" pitchFamily="2" charset="2"/>
              <a:buChar char="§"/>
            </a:pPr>
            <a:r>
              <a:rPr lang="en-US" dirty="0"/>
              <a:t>S</a:t>
            </a:r>
            <a:r>
              <a:rPr dirty="0"/>
              <a:t>ystem integration (APF lists, RACF profiles)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The Solution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20+ production-ready user-defined functions that:</a:t>
            </a:r>
            <a:br>
              <a:rPr lang="en-US" dirty="0"/>
            </a:br>
            <a:endParaRPr dirty="0"/>
          </a:p>
          <a:p>
            <a:pPr marL="285750" lvl="0" indent="-285750">
              <a:buFont typeface="Wingdings" panose="05000000000000000000" pitchFamily="2" charset="2"/>
              <a:buChar char="§"/>
            </a:pPr>
            <a:r>
              <a:rPr b="1" dirty="0"/>
              <a:t>Extend Db2</a:t>
            </a:r>
            <a:r>
              <a:rPr dirty="0"/>
              <a:t> without modifying the subsystem</a:t>
            </a:r>
          </a:p>
          <a:p>
            <a:pPr marL="285750" lvl="0" indent="-285750">
              <a:buFont typeface="Wingdings" panose="05000000000000000000" pitchFamily="2" charset="2"/>
              <a:buChar char="§"/>
            </a:pPr>
            <a:r>
              <a:rPr b="1" dirty="0"/>
              <a:t>Integrate</a:t>
            </a:r>
            <a:r>
              <a:rPr dirty="0"/>
              <a:t> with z/OS services (JES, RACF, APF)</a:t>
            </a:r>
          </a:p>
          <a:p>
            <a:pPr marL="285750" lvl="0" indent="-285750">
              <a:buFont typeface="Wingdings" panose="05000000000000000000" pitchFamily="2" charset="2"/>
              <a:buChar char="§"/>
            </a:pPr>
            <a:r>
              <a:rPr b="1" dirty="0"/>
              <a:t>Support</a:t>
            </a:r>
            <a:r>
              <a:rPr dirty="0"/>
              <a:t> modern formats (JSON, CSV, Base64, regex)</a:t>
            </a:r>
          </a:p>
          <a:p>
            <a:pPr marL="285750" lvl="0" indent="-285750">
              <a:buFont typeface="Wingdings" panose="05000000000000000000" pitchFamily="2" charset="2"/>
              <a:buChar char="§"/>
            </a:pPr>
            <a:r>
              <a:rPr b="1" dirty="0"/>
              <a:t>Simplify</a:t>
            </a:r>
            <a:r>
              <a:rPr dirty="0"/>
              <a:t> complex operations into SQL calls</a:t>
            </a:r>
            <a:endParaRPr lang="en-US" dirty="0"/>
          </a:p>
          <a:p>
            <a:pPr marL="285750" lvl="0" indent="-285750">
              <a:buFont typeface="Wingdings" panose="05000000000000000000" pitchFamily="2" charset="2"/>
              <a:buChar char="§"/>
            </a:pPr>
            <a:r>
              <a:rPr lang="en-US" b="1" dirty="0"/>
              <a:t>Enable</a:t>
            </a:r>
            <a:r>
              <a:rPr lang="en-US" dirty="0"/>
              <a:t> developers to perform basic administration tasks:</a:t>
            </a:r>
          </a:p>
          <a:p>
            <a:pPr marL="554038" lvl="1" indent="-285750">
              <a:buFont typeface="Wingdings" panose="05000000000000000000" pitchFamily="2" charset="2"/>
              <a:buChar char="§"/>
            </a:pPr>
            <a:r>
              <a:rPr lang="en-US" dirty="0"/>
              <a:t>RUNSTATS and other utilities</a:t>
            </a:r>
          </a:p>
          <a:p>
            <a:pPr marL="554038" lvl="1" indent="-285750">
              <a:buFont typeface="Wingdings" panose="05000000000000000000" pitchFamily="2" charset="2"/>
              <a:buChar char="§"/>
            </a:pPr>
            <a:r>
              <a:rPr lang="en-US" dirty="0"/>
              <a:t>Cross-copying table data between schemas</a:t>
            </a:r>
            <a:endParaRPr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Value Proposition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218154524"/>
              </p:ext>
            </p:extLst>
          </p:nvPr>
        </p:nvGraphicFramePr>
        <p:xfrm>
          <a:off x="457200" y="1193800"/>
          <a:ext cx="8229600" cy="238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5503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67456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7752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200" b="1" dirty="0">
                          <a:solidFill>
                            <a:schemeClr val="bg1"/>
                          </a:solidFill>
                          <a:latin typeface="IBM Plex Sans SemiBold" panose="020B0703050203000203" pitchFamily="34" charset="0"/>
                        </a:rPr>
                        <a:t>Before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200" b="1" dirty="0">
                          <a:solidFill>
                            <a:schemeClr val="bg1"/>
                          </a:solidFill>
                          <a:latin typeface="IBM Plex Sans SemiBold" panose="020B0703050203000203" pitchFamily="34" charset="0"/>
                        </a:rPr>
                        <a:t>After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752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200" dirty="0">
                          <a:solidFill>
                            <a:schemeClr val="tx1"/>
                          </a:solidFill>
                        </a:rPr>
                        <a:t>Write COBOL program to read flat file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200" b="0" dirty="0">
                          <a:solidFill>
                            <a:schemeClr val="tx1"/>
                          </a:solidFill>
                          <a:latin typeface="IBM Plex Mono Light" panose="020B0409050203000203" pitchFamily="49" charset="0"/>
                        </a:rPr>
                        <a:t>SELECT * FROM TABLE(READ_GENERIC_FILE(…))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752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200">
                          <a:solidFill>
                            <a:schemeClr val="tx1"/>
                          </a:solidFill>
                        </a:rPr>
                        <a:t>Submit JCL manually, check output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200" b="0" dirty="0">
                          <a:solidFill>
                            <a:schemeClr val="tx1"/>
                          </a:solidFill>
                          <a:latin typeface="IBM Plex Mono Light" panose="020B0409050203000203" pitchFamily="49" charset="0"/>
                        </a:rPr>
                        <a:t>SELECT * FROM TABLE(SUBMIT_T(…))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752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200">
                          <a:solidFill>
                            <a:schemeClr val="tx1"/>
                          </a:solidFill>
                        </a:rPr>
                        <a:t>Complex string parsing logic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1200" b="0" dirty="0">
                          <a:solidFill>
                            <a:schemeClr val="tx1"/>
                          </a:solidFill>
                          <a:latin typeface="IBM Plex Mono Light" panose="020B0409050203000203" pitchFamily="49" charset="0"/>
                        </a:rPr>
                        <a:t> … </a:t>
                      </a:r>
                      <a:r>
                        <a:rPr sz="1200" b="0" dirty="0">
                          <a:solidFill>
                            <a:schemeClr val="tx1"/>
                          </a:solidFill>
                          <a:latin typeface="IBM Plex Mono Light" panose="020B0409050203000203" pitchFamily="49" charset="0"/>
                        </a:rPr>
                        <a:t>WHERE REGEX_MATCHES(column, pattern) = 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752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200">
                          <a:solidFill>
                            <a:schemeClr val="tx1"/>
                          </a:solidFill>
                        </a:rPr>
                        <a:t>Multiple utility jobs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200" b="0" dirty="0">
                          <a:solidFill>
                            <a:schemeClr val="tx1"/>
                          </a:solidFill>
                          <a:latin typeface="IBM Plex Mono Light" panose="020B0409050203000203" pitchFamily="49" charset="0"/>
                        </a:rPr>
                        <a:t>CALL RUNSTATS(’SCHEMA.%’, ’TABLE’)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>
            <a:extLst>
              <a:ext uri="{FF2B5EF4-FFF2-40B4-BE49-F238E27FC236}">
                <a16:creationId xmlns:a16="http://schemas.microsoft.com/office/drawing/2014/main" id="{C42AFF38-42C0-83AC-29E6-9BEDDD652296}"/>
              </a:ext>
            </a:extLst>
          </p:cNvPr>
          <p:cNvPicPr>
            <a:picLocks noGrp="1" noChangeAspect="1"/>
          </p:cNvPicPr>
          <p:nvPr>
            <p:ph type="pic" sz="quarter" idx="12"/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767069" y="214312"/>
            <a:ext cx="3996000" cy="3996000"/>
          </a:xfrm>
          <a:prstGeom prst="rect">
            <a:avLst/>
          </a:prstGeom>
          <a:solidFill>
            <a:srgbClr val="E0E0E0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5972" y="116681"/>
            <a:ext cx="4016290" cy="3883819"/>
          </a:xfrm>
        </p:spPr>
        <p:txBody>
          <a:bodyPr/>
          <a:lstStyle/>
          <a:p>
            <a:pPr marL="0" lvl="0" indent="0">
              <a:buNone/>
            </a:pPr>
            <a:r>
              <a:rPr dirty="0"/>
              <a:t>Architecture Overview (2 minutes)</a:t>
            </a:r>
          </a:p>
        </p:txBody>
      </p:sp>
    </p:spTree>
  </p:cSld>
  <p:clrMapOvr>
    <a:masterClrMapping/>
  </p:clrMapOvr>
  <p:transition spd="med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Four Implementation Types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071927802"/>
              </p:ext>
            </p:extLst>
          </p:nvPr>
        </p:nvGraphicFramePr>
        <p:xfrm>
          <a:off x="457200" y="1193800"/>
          <a:ext cx="8229600" cy="2590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57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2701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68778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bg1"/>
                          </a:solidFill>
                        </a:rPr>
                        <a:t>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bg1"/>
                          </a:solidFill>
                        </a:rPr>
                        <a:t>Examples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bg1"/>
                          </a:solidFill>
                        </a:rPr>
                        <a:t>Speed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bg1"/>
                          </a:solidFill>
                        </a:rPr>
                        <a:t>When to Use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b="1">
                          <a:solidFill>
                            <a:schemeClr val="tx1"/>
                          </a:solidFill>
                        </a:rPr>
                        <a:t>SQL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TRY_INTEGER</a:t>
                      </a:r>
                      <a:br>
                        <a:rPr lang="en-US" sz="1400" dirty="0">
                          <a:solidFill>
                            <a:schemeClr val="tx1"/>
                          </a:solidFill>
                        </a:rPr>
                      </a:br>
                      <a:r>
                        <a:rPr sz="1400" dirty="0">
                          <a:solidFill>
                            <a:schemeClr val="tx1"/>
                          </a:solidFill>
                        </a:rPr>
                        <a:t>SPLIT</a:t>
                      </a:r>
                      <a:br>
                        <a:rPr lang="en-US" sz="1400" dirty="0">
                          <a:solidFill>
                            <a:schemeClr val="tx1"/>
                          </a:solidFill>
                        </a:rPr>
                      </a:b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REGEX_MATCH</a:t>
                      </a:r>
                      <a:endParaRPr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tx1"/>
                          </a:solidFill>
                        </a:rPr>
                        <a:t>Fastest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>
                          <a:solidFill>
                            <a:schemeClr val="tx1"/>
                          </a:solidFill>
                        </a:rPr>
                        <a:t>Simple logic, set operations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b="1">
                          <a:solidFill>
                            <a:schemeClr val="tx1"/>
                          </a:solidFill>
                        </a:rPr>
                        <a:t>Java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tx1"/>
                          </a:solidFill>
                        </a:rPr>
                        <a:t>BASE64</a:t>
                      </a:r>
                      <a:br>
                        <a:rPr lang="en-US" sz="1400" dirty="0">
                          <a:solidFill>
                            <a:schemeClr val="tx1"/>
                          </a:solidFill>
                        </a:rPr>
                      </a:br>
                      <a:r>
                        <a:rPr sz="1400" dirty="0">
                          <a:solidFill>
                            <a:schemeClr val="tx1"/>
                          </a:solidFill>
                        </a:rPr>
                        <a:t>REGEX</a:t>
                      </a: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_MATCH</a:t>
                      </a:r>
                      <a:r>
                        <a:rPr sz="1400" dirty="0">
                          <a:solidFill>
                            <a:schemeClr val="tx1"/>
                          </a:solidFill>
                        </a:rPr>
                        <a:t> SPRINTF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tx1"/>
                          </a:solidFill>
                        </a:rPr>
                        <a:t>Medium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>
                          <a:solidFill>
                            <a:schemeClr val="tx1"/>
                          </a:solidFill>
                        </a:rPr>
                        <a:t>Complex logic, existing libraries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b="1">
                          <a:solidFill>
                            <a:schemeClr val="tx1"/>
                          </a:solidFill>
                        </a:rPr>
                        <a:t>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tx1"/>
                          </a:solidFill>
                        </a:rPr>
                        <a:t>READ_GENERIC_FILE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tx1"/>
                          </a:solidFill>
                        </a:rPr>
                        <a:t>Very Fast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Unix-style</a:t>
                      </a:r>
                      <a:r>
                        <a:rPr sz="1400" dirty="0">
                          <a:solidFill>
                            <a:schemeClr val="tx1"/>
                          </a:solidFill>
                        </a:rPr>
                        <a:t> system calls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b="1">
                          <a:solidFill>
                            <a:schemeClr val="tx1"/>
                          </a:solidFill>
                        </a:rPr>
                        <a:t>COBOL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tx1"/>
                          </a:solidFill>
                        </a:rPr>
                        <a:t>APFLIST</a:t>
                      </a:r>
                      <a:br>
                        <a:rPr lang="en-US" sz="1400" dirty="0">
                          <a:solidFill>
                            <a:schemeClr val="tx1"/>
                          </a:solidFill>
                        </a:rPr>
                      </a:br>
                      <a:r>
                        <a:rPr sz="1400" dirty="0">
                          <a:solidFill>
                            <a:schemeClr val="tx1"/>
                          </a:solidFill>
                        </a:rPr>
                        <a:t>RACFPROFILE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tx1"/>
                          </a:solidFill>
                        </a:rPr>
                        <a:t>Fast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tx1"/>
                          </a:solidFill>
                        </a:rPr>
                        <a:t>Mainframe integration</a:t>
                      </a: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,</a:t>
                      </a:r>
                      <a:br>
                        <a:rPr lang="en-US" sz="1400" dirty="0">
                          <a:solidFill>
                            <a:schemeClr val="tx1"/>
                          </a:solidFill>
                        </a:rPr>
                      </a:b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MVS-style system calls</a:t>
                      </a:r>
                      <a:endParaRPr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Execution 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dirty="0">
                <a:latin typeface="IBM Plex Mono Light" panose="020B0409050203000203" pitchFamily="49" charset="0"/>
              </a:rPr>
              <a:t>SQL Query → Db2 Engine → WLM Environment → Function Code → Result</a:t>
            </a:r>
          </a:p>
          <a:p>
            <a:br>
              <a:rPr lang="en-US" dirty="0"/>
            </a:br>
            <a:r>
              <a:rPr lang="en-US" dirty="0" err="1"/>
              <a:t>Inlined</a:t>
            </a:r>
            <a:r>
              <a:rPr lang="en-US" dirty="0"/>
              <a:t> SQL functions execute in Db2 engine (fastest)</a:t>
            </a:r>
          </a:p>
          <a:p>
            <a:pPr lvl="0"/>
            <a:r>
              <a:rPr lang="en-US" dirty="0"/>
              <a:t>Compiled SQL functions also execute in Db2 engine (fastest)</a:t>
            </a:r>
          </a:p>
          <a:p>
            <a:pPr lvl="0"/>
            <a:r>
              <a:rPr lang="en-US" dirty="0"/>
              <a:t>External functions run in WLM-managed address spaces</a:t>
            </a:r>
          </a:p>
          <a:p>
            <a:pPr lvl="0"/>
            <a:r>
              <a:rPr dirty="0"/>
              <a:t>Java functions require JVM startup (one-time cost)</a:t>
            </a:r>
          </a:p>
          <a:p>
            <a:pPr lvl="0"/>
            <a:r>
              <a:rPr dirty="0"/>
              <a:t>C</a:t>
            </a:r>
            <a:r>
              <a:rPr lang="en-US" dirty="0"/>
              <a:t> or </a:t>
            </a:r>
            <a:r>
              <a:rPr dirty="0"/>
              <a:t>COBOL functions have minimal overhead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Placeholder 8">
            <a:extLst>
              <a:ext uri="{FF2B5EF4-FFF2-40B4-BE49-F238E27FC236}">
                <a16:creationId xmlns:a16="http://schemas.microsoft.com/office/drawing/2014/main" id="{1D4537F2-4D46-EB86-D1E9-6FDAA7A3AB61}"/>
              </a:ext>
            </a:extLst>
          </p:cNvPr>
          <p:cNvPicPr>
            <a:picLocks noGrp="1" noChangeAspect="1"/>
          </p:cNvPicPr>
          <p:nvPr>
            <p:ph type="pic" sz="quarter" idx="12"/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767067" y="214310"/>
            <a:ext cx="3996000" cy="3996000"/>
          </a:xfrm>
          <a:prstGeom prst="rect">
            <a:avLst/>
          </a:prstGeom>
          <a:solidFill>
            <a:srgbClr val="E0E0E0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Quick Installation</a:t>
            </a:r>
            <a:br>
              <a:rPr lang="en-US" dirty="0"/>
            </a:br>
            <a:r>
              <a:rPr dirty="0"/>
              <a:t>(3 minutes)</a:t>
            </a:r>
          </a:p>
        </p:txBody>
      </p:sp>
    </p:spTree>
  </p:cSld>
  <p:clrMapOvr>
    <a:masterClrMapping/>
  </p:clrMapOvr>
  <p:transition spd="med"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Prerequisites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85750" lvl="0" indent="-285750">
              <a:buFont typeface="Wingdings" panose="05000000000000000000" pitchFamily="2" charset="2"/>
              <a:buChar char="§"/>
            </a:pPr>
            <a:r>
              <a:rPr dirty="0"/>
              <a:t>Db2 12 or 13 for z/OS</a:t>
            </a:r>
          </a:p>
          <a:p>
            <a:pPr marL="285750" lvl="0" indent="-285750">
              <a:buFont typeface="Wingdings" panose="05000000000000000000" pitchFamily="2" charset="2"/>
              <a:buChar char="§"/>
            </a:pPr>
            <a:r>
              <a:rPr dirty="0"/>
              <a:t>WLM environments configured (Java, C, COBOL)</a:t>
            </a:r>
          </a:p>
          <a:p>
            <a:pPr marL="285750" lvl="0" indent="-285750">
              <a:buFont typeface="Wingdings" panose="05000000000000000000" pitchFamily="2" charset="2"/>
              <a:buChar char="§"/>
            </a:pPr>
            <a:r>
              <a:rPr dirty="0"/>
              <a:t>Appropriate authorities (SYSADM or schema owner)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Installation Steps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-- 1. Create schema</a:t>
            </a:r>
            <a:br>
              <a:rPr dirty="0"/>
            </a:br>
            <a:r>
              <a:rPr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CREATE</a:t>
            </a:r>
            <a:r>
              <a:rPr dirty="0">
                <a:latin typeface="IBM Plex Mono Light" panose="020B0409050203000203" pitchFamily="49" charset="0"/>
              </a:rPr>
              <a:t> </a:t>
            </a:r>
            <a:r>
              <a:rPr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SCHEMA</a:t>
            </a:r>
            <a:r>
              <a:rPr dirty="0">
                <a:latin typeface="IBM Plex Mono Light" panose="020B0409050203000203" pitchFamily="49" charset="0"/>
              </a:rPr>
              <a:t> PROD_ROUTINES;</a:t>
            </a:r>
            <a:br>
              <a:rPr dirty="0"/>
            </a:br>
            <a:br>
              <a:rPr dirty="0"/>
            </a:br>
            <a:r>
              <a:rPr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-- 2. Install SQL functions (run DDL scripts)</a:t>
            </a:r>
            <a:br>
              <a:rPr dirty="0"/>
            </a:br>
            <a:r>
              <a:rPr dirty="0">
                <a:solidFill>
                  <a:srgbClr val="007020"/>
                </a:solidFill>
                <a:latin typeface="IBM Plex Mono Light" panose="020B0409050203000203" pitchFamily="49" charset="0"/>
              </a:rPr>
              <a:t>@install/sql/easter.sql</a:t>
            </a:r>
            <a:br>
              <a:rPr dirty="0"/>
            </a:br>
            <a:r>
              <a:rPr dirty="0">
                <a:solidFill>
                  <a:srgbClr val="007020"/>
                </a:solidFill>
                <a:latin typeface="IBM Plex Mono Light" panose="020B0409050203000203" pitchFamily="49" charset="0"/>
              </a:rPr>
              <a:t>@install/sql/split.sql</a:t>
            </a:r>
            <a:br>
              <a:rPr dirty="0"/>
            </a:br>
            <a:r>
              <a:rPr dirty="0">
                <a:solidFill>
                  <a:srgbClr val="007020"/>
                </a:solidFill>
                <a:latin typeface="IBM Plex Mono Light" panose="020B0409050203000203" pitchFamily="49" charset="0"/>
              </a:rPr>
              <a:t>@install/sql/runstats.sql</a:t>
            </a:r>
            <a:br>
              <a:rPr dirty="0"/>
            </a:br>
            <a:br>
              <a:rPr dirty="0"/>
            </a:br>
            <a:r>
              <a:rPr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-- 3. Install Java JAR</a:t>
            </a:r>
            <a:br>
              <a:rPr dirty="0"/>
            </a:br>
            <a:r>
              <a:rPr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CALL</a:t>
            </a:r>
            <a:r>
              <a:rPr dirty="0">
                <a:latin typeface="IBM Plex Mono Light" panose="020B0409050203000203" pitchFamily="49" charset="0"/>
              </a:rPr>
              <a:t> SQLJ.DB2_INSTALL_JAR(</a:t>
            </a:r>
            <a:br>
              <a:rPr dirty="0"/>
            </a:br>
            <a:r>
              <a:rPr dirty="0">
                <a:latin typeface="IBM Plex Mono Light" panose="020B0409050203000203" pitchFamily="49" charset="0"/>
              </a:rPr>
              <a:t>  </a:t>
            </a:r>
            <a:r>
              <a:rPr dirty="0">
                <a:solidFill>
                  <a:srgbClr val="4070A0"/>
                </a:solidFill>
                <a:latin typeface="IBM Plex Mono Light" panose="020B0409050203000203" pitchFamily="49" charset="0"/>
              </a:rPr>
              <a:t>'file:///u/db2prod/lib/routines.jar'</a:t>
            </a:r>
            <a:r>
              <a:rPr dirty="0">
                <a:latin typeface="IBM Plex Mono Light" panose="020B0409050203000203" pitchFamily="49" charset="0"/>
              </a:rPr>
              <a:t>,</a:t>
            </a:r>
            <a:br>
              <a:rPr dirty="0"/>
            </a:br>
            <a:r>
              <a:rPr dirty="0">
                <a:latin typeface="IBM Plex Mono Light" panose="020B0409050203000203" pitchFamily="49" charset="0"/>
              </a:rPr>
              <a:t>  </a:t>
            </a:r>
            <a:r>
              <a:rPr dirty="0">
                <a:solidFill>
                  <a:srgbClr val="4070A0"/>
                </a:solidFill>
                <a:latin typeface="IBM Plex Mono Light" panose="020B0409050203000203" pitchFamily="49" charset="0"/>
              </a:rPr>
              <a:t>'PROD_ROUTINES.ROUTINES'</a:t>
            </a:r>
            <a:r>
              <a:rPr dirty="0">
                <a:latin typeface="IBM Plex Mono Light" panose="020B0409050203000203" pitchFamily="49" charset="0"/>
              </a:rPr>
              <a:t>,</a:t>
            </a:r>
            <a:br>
              <a:rPr dirty="0"/>
            </a:br>
            <a:r>
              <a:rPr dirty="0">
                <a:latin typeface="IBM Plex Mono Light" panose="020B0409050203000203" pitchFamily="49" charset="0"/>
              </a:rPr>
              <a:t>  </a:t>
            </a:r>
            <a:r>
              <a:rPr dirty="0">
                <a:solidFill>
                  <a:srgbClr val="40A070"/>
                </a:solidFill>
                <a:latin typeface="IBM Plex Mono Light" panose="020B0409050203000203" pitchFamily="49" charset="0"/>
              </a:rPr>
              <a:t>0</a:t>
            </a:r>
            <a:br>
              <a:rPr dirty="0"/>
            </a:br>
            <a:r>
              <a:rPr dirty="0">
                <a:latin typeface="IBM Plex Mono Light" panose="020B0409050203000203" pitchFamily="49" charset="0"/>
              </a:rPr>
              <a:t>);</a:t>
            </a:r>
            <a:br>
              <a:rPr dirty="0"/>
            </a:br>
            <a:br>
              <a:rPr dirty="0"/>
            </a:br>
            <a:r>
              <a:rPr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-- 4. Create Java function definitions</a:t>
            </a:r>
            <a:br>
              <a:rPr dirty="0"/>
            </a:br>
            <a:r>
              <a:rPr dirty="0">
                <a:solidFill>
                  <a:srgbClr val="007020"/>
                </a:solidFill>
                <a:latin typeface="IBM Plex Mono Light" panose="020B0409050203000203" pitchFamily="49" charset="0"/>
              </a:rPr>
              <a:t>@install/java/base64.sql</a:t>
            </a:r>
            <a:br>
              <a:rPr dirty="0"/>
            </a:br>
            <a:r>
              <a:rPr dirty="0">
                <a:solidFill>
                  <a:srgbClr val="007020"/>
                </a:solidFill>
                <a:latin typeface="IBM Plex Mono Light" panose="020B0409050203000203" pitchFamily="49" charset="0"/>
              </a:rPr>
              <a:t>@install/java/regex.sql</a:t>
            </a:r>
            <a:br>
              <a:rPr dirty="0"/>
            </a:br>
            <a:br>
              <a:rPr dirty="0"/>
            </a:br>
            <a:r>
              <a:rPr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-- 5. Create C/COBOL function definitions</a:t>
            </a:r>
            <a:br>
              <a:rPr dirty="0"/>
            </a:br>
            <a:r>
              <a:rPr dirty="0">
                <a:solidFill>
                  <a:srgbClr val="007020"/>
                </a:solidFill>
                <a:latin typeface="IBM Plex Mono Light" panose="020B0409050203000203" pitchFamily="49" charset="0"/>
              </a:rPr>
              <a:t>@install/c/read_generic_file.sql</a:t>
            </a:r>
            <a:br>
              <a:rPr dirty="0"/>
            </a:br>
            <a:r>
              <a:rPr dirty="0">
                <a:solidFill>
                  <a:srgbClr val="007020"/>
                </a:solidFill>
                <a:latin typeface="IBM Plex Mono Light" panose="020B0409050203000203" pitchFamily="49" charset="0"/>
              </a:rPr>
              <a:t>@install/cobol/apflist.sql</a:t>
            </a:r>
            <a:br>
              <a:rPr dirty="0"/>
            </a:br>
            <a:br>
              <a:rPr dirty="0"/>
            </a:br>
            <a:r>
              <a:rPr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-- 6. Grant privileges</a:t>
            </a:r>
            <a:br>
              <a:rPr dirty="0"/>
            </a:br>
            <a:r>
              <a:rPr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GRANT</a:t>
            </a:r>
            <a:r>
              <a:rPr dirty="0">
                <a:latin typeface="IBM Plex Mono Light" panose="020B0409050203000203" pitchFamily="49" charset="0"/>
              </a:rPr>
              <a:t> </a:t>
            </a:r>
            <a:r>
              <a:rPr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EXECUTE</a:t>
            </a:r>
            <a:r>
              <a:rPr dirty="0">
                <a:latin typeface="IBM Plex Mono Light" panose="020B0409050203000203" pitchFamily="49" charset="0"/>
              </a:rPr>
              <a:t> </a:t>
            </a:r>
            <a:r>
              <a:rPr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ON</a:t>
            </a:r>
            <a:r>
              <a:rPr dirty="0">
                <a:latin typeface="IBM Plex Mono Light" panose="020B0409050203000203" pitchFamily="49" charset="0"/>
              </a:rPr>
              <a:t> </a:t>
            </a:r>
            <a:r>
              <a:rPr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FUNCTION</a:t>
            </a:r>
            <a:r>
              <a:rPr dirty="0">
                <a:latin typeface="IBM Plex Mono Light" panose="020B0409050203000203" pitchFamily="49" charset="0"/>
              </a:rPr>
              <a:t> PROD_ROUTINES.</a:t>
            </a:r>
            <a:r>
              <a:rPr dirty="0">
                <a:solidFill>
                  <a:srgbClr val="666666"/>
                </a:solidFill>
                <a:latin typeface="IBM Plex Mono Light" panose="020B0409050203000203" pitchFamily="49" charset="0"/>
              </a:rPr>
              <a:t>*</a:t>
            </a:r>
            <a:r>
              <a:rPr dirty="0">
                <a:latin typeface="IBM Plex Mono Light" panose="020B0409050203000203" pitchFamily="49" charset="0"/>
              </a:rPr>
              <a:t> </a:t>
            </a:r>
            <a:r>
              <a:rPr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TO</a:t>
            </a:r>
            <a:r>
              <a:rPr dirty="0">
                <a:latin typeface="IBM Plex Mono Light" panose="020B0409050203000203" pitchFamily="49" charset="0"/>
              </a:rPr>
              <a:t> APP_ROLE;</a:t>
            </a:r>
            <a:br>
              <a:rPr dirty="0"/>
            </a:br>
            <a:br>
              <a:rPr dirty="0"/>
            </a:br>
            <a:r>
              <a:rPr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-- 7. Refresh WLM</a:t>
            </a:r>
            <a:br>
              <a:rPr dirty="0"/>
            </a:br>
            <a:r>
              <a:rPr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CALL</a:t>
            </a:r>
            <a:r>
              <a:rPr dirty="0">
                <a:latin typeface="IBM Plex Mono Light" panose="020B0409050203000203" pitchFamily="49" charset="0"/>
              </a:rPr>
              <a:t> SYSPROC.WLM_REFRESH(</a:t>
            </a:r>
            <a:r>
              <a:rPr dirty="0">
                <a:solidFill>
                  <a:srgbClr val="4070A0"/>
                </a:solidFill>
                <a:latin typeface="IBM Plex Mono Light" panose="020B0409050203000203" pitchFamily="49" charset="0"/>
              </a:rPr>
              <a:t>'WLMJAVA'</a:t>
            </a:r>
            <a:r>
              <a:rPr dirty="0">
                <a:latin typeface="IBM Plex Mono Light" panose="020B0409050203000203" pitchFamily="49" charset="0"/>
              </a:rPr>
              <a:t>, </a:t>
            </a:r>
            <a:r>
              <a:rPr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NULL</a:t>
            </a:r>
            <a:r>
              <a:rPr dirty="0">
                <a:latin typeface="IBM Plex Mono Light" panose="020B0409050203000203" pitchFamily="49" charset="0"/>
              </a:rPr>
              <a:t>, ?, ?);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Verification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-- Test each category</a:t>
            </a:r>
            <a:br>
              <a:rPr dirty="0"/>
            </a:br>
            <a:r>
              <a:rPr lang="en-US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SELECT</a:t>
            </a:r>
            <a:r>
              <a:rPr dirty="0">
                <a:latin typeface="IBM Plex Mono Light" panose="020B0409050203000203" pitchFamily="49" charset="0"/>
              </a:rPr>
              <a:t> EASTER(</a:t>
            </a:r>
            <a:r>
              <a:rPr dirty="0">
                <a:solidFill>
                  <a:srgbClr val="40A070"/>
                </a:solidFill>
                <a:latin typeface="IBM Plex Mono Light" panose="020B0409050203000203" pitchFamily="49" charset="0"/>
              </a:rPr>
              <a:t>2026</a:t>
            </a:r>
            <a:r>
              <a:rPr dirty="0">
                <a:latin typeface="IBM Plex Mono Light" panose="020B0409050203000203" pitchFamily="49" charset="0"/>
              </a:rPr>
              <a:t>)</a:t>
            </a:r>
            <a:r>
              <a:rPr lang="en-US" dirty="0">
                <a:latin typeface="IBM Plex Mono Light" panose="020B0409050203000203" pitchFamily="49" charset="0"/>
              </a:rPr>
              <a:t> FROM SYSIBM.SYSDUMMY1</a:t>
            </a:r>
            <a:r>
              <a:rPr dirty="0">
                <a:latin typeface="IBM Plex Mono Light" panose="020B0409050203000203" pitchFamily="49" charset="0"/>
              </a:rPr>
              <a:t>;                 </a:t>
            </a:r>
            <a:r>
              <a:rPr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-- SQL function</a:t>
            </a:r>
            <a:br>
              <a:rPr dirty="0"/>
            </a:br>
            <a:r>
              <a:rPr lang="en-US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SELECT</a:t>
            </a:r>
            <a:r>
              <a:rPr dirty="0">
                <a:latin typeface="IBM Plex Mono Light" panose="020B0409050203000203" pitchFamily="49" charset="0"/>
              </a:rPr>
              <a:t> BASE64ENCODE(</a:t>
            </a:r>
            <a:r>
              <a:rPr dirty="0">
                <a:solidFill>
                  <a:srgbClr val="902000"/>
                </a:solidFill>
                <a:latin typeface="IBM Plex Mono Light" panose="020B0409050203000203" pitchFamily="49" charset="0"/>
              </a:rPr>
              <a:t>BLOB</a:t>
            </a:r>
            <a:r>
              <a:rPr dirty="0">
                <a:latin typeface="IBM Plex Mono Light" panose="020B0409050203000203" pitchFamily="49" charset="0"/>
              </a:rPr>
              <a:t>(</a:t>
            </a:r>
            <a:r>
              <a:rPr dirty="0">
                <a:solidFill>
                  <a:srgbClr val="4070A0"/>
                </a:solidFill>
                <a:latin typeface="IBM Plex Mono Light" panose="020B0409050203000203" pitchFamily="49" charset="0"/>
              </a:rPr>
              <a:t>'Hello'</a:t>
            </a:r>
            <a:r>
              <a:rPr dirty="0">
                <a:latin typeface="IBM Plex Mono Light" panose="020B0409050203000203" pitchFamily="49" charset="0"/>
              </a:rPr>
              <a:t>))</a:t>
            </a:r>
            <a:r>
              <a:rPr lang="en-US" dirty="0">
                <a:latin typeface="IBM Plex Mono Light" panose="020B0409050203000203" pitchFamily="49" charset="0"/>
              </a:rPr>
              <a:t> FROM SYSIBM.SYSDUMMY1</a:t>
            </a:r>
            <a:r>
              <a:rPr dirty="0">
                <a:latin typeface="IBM Plex Mono Light" panose="020B0409050203000203" pitchFamily="49" charset="0"/>
              </a:rPr>
              <a:t>;  </a:t>
            </a:r>
            <a:r>
              <a:rPr lang="en-DE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-</a:t>
            </a:r>
            <a:r>
              <a:rPr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- Java function</a:t>
            </a:r>
            <a:br>
              <a:rPr dirty="0"/>
            </a:br>
            <a:r>
              <a:rPr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SELECT</a:t>
            </a:r>
            <a:r>
              <a:rPr dirty="0">
                <a:latin typeface="IBM Plex Mono Light" panose="020B0409050203000203" pitchFamily="49" charset="0"/>
              </a:rPr>
              <a:t> </a:t>
            </a:r>
            <a:r>
              <a:rPr dirty="0">
                <a:solidFill>
                  <a:srgbClr val="666666"/>
                </a:solidFill>
                <a:latin typeface="IBM Plex Mono Light" panose="020B0409050203000203" pitchFamily="49" charset="0"/>
              </a:rPr>
              <a:t>*</a:t>
            </a:r>
            <a:r>
              <a:rPr dirty="0">
                <a:latin typeface="IBM Plex Mono Light" panose="020B0409050203000203" pitchFamily="49" charset="0"/>
              </a:rPr>
              <a:t> </a:t>
            </a:r>
            <a:r>
              <a:rPr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FROM</a:t>
            </a:r>
            <a:r>
              <a:rPr dirty="0">
                <a:latin typeface="IBM Plex Mono Light" panose="020B0409050203000203" pitchFamily="49" charset="0"/>
              </a:rPr>
              <a:t> </a:t>
            </a:r>
            <a:r>
              <a:rPr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TABLE</a:t>
            </a:r>
            <a:r>
              <a:rPr dirty="0">
                <a:latin typeface="IBM Plex Mono Light" panose="020B0409050203000203" pitchFamily="49" charset="0"/>
              </a:rPr>
              <a:t>(APFLIST()) </a:t>
            </a:r>
            <a:r>
              <a:rPr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AS</a:t>
            </a:r>
            <a:r>
              <a:rPr dirty="0">
                <a:latin typeface="IBM Plex Mono Light" panose="020B0409050203000203" pitchFamily="49" charset="0"/>
              </a:rPr>
              <a:t> T</a:t>
            </a:r>
            <a:r>
              <a:rPr lang="en-US" dirty="0">
                <a:latin typeface="IBM Plex Mono Light" panose="020B0409050203000203" pitchFamily="49" charset="0"/>
              </a:rPr>
              <a:t>;</a:t>
            </a:r>
            <a:r>
              <a:rPr dirty="0">
                <a:latin typeface="IBM Plex Mono Light" panose="020B0409050203000203" pitchFamily="49" charset="0"/>
              </a:rPr>
              <a:t>   </a:t>
            </a:r>
            <a:r>
              <a:rPr lang="en-US" dirty="0">
                <a:latin typeface="IBM Plex Mono Light" panose="020B0409050203000203" pitchFamily="49" charset="0"/>
              </a:rPr>
              <a:t>		</a:t>
            </a:r>
            <a:r>
              <a:rPr dirty="0">
                <a:latin typeface="IBM Plex Mono Light" panose="020B0409050203000203" pitchFamily="49" charset="0"/>
              </a:rPr>
              <a:t> </a:t>
            </a:r>
            <a:r>
              <a:rPr lang="en-US" dirty="0">
                <a:latin typeface="IBM Plex Mono Light" panose="020B0409050203000203" pitchFamily="49" charset="0"/>
              </a:rPr>
              <a:t>     </a:t>
            </a:r>
            <a:r>
              <a:rPr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-- COBOL function</a:t>
            </a:r>
            <a:br>
              <a:rPr dirty="0"/>
            </a:br>
            <a:endParaRPr dirty="0">
              <a:latin typeface="IBM Plex Mono Light" panose="020B0409050203000203" pitchFamily="49" charset="0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>
            <a:extLst>
              <a:ext uri="{FF2B5EF4-FFF2-40B4-BE49-F238E27FC236}">
                <a16:creationId xmlns:a16="http://schemas.microsoft.com/office/drawing/2014/main" id="{3EA74670-236F-C39A-AA3F-D503E39E287B}"/>
              </a:ext>
            </a:extLst>
          </p:cNvPr>
          <p:cNvPicPr>
            <a:picLocks noGrp="1" noChangeAspect="1"/>
          </p:cNvPicPr>
          <p:nvPr>
            <p:ph type="pic" sz="quarter" idx="12"/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767068" y="214311"/>
            <a:ext cx="3996000" cy="3996000"/>
          </a:xfrm>
          <a:prstGeom prst="rect">
            <a:avLst/>
          </a:prstGeom>
          <a:solidFill>
            <a:srgbClr val="E0E0E0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Critical Security Points (2 minutes)</a:t>
            </a:r>
          </a:p>
        </p:txBody>
      </p:sp>
    </p:spTree>
  </p:cSld>
  <p:clrMapOvr>
    <a:masterClrMapping/>
  </p:clrMapOvr>
  <p:transition spd="med"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Security Models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482114134"/>
              </p:ext>
            </p:extLst>
          </p:nvPr>
        </p:nvGraphicFramePr>
        <p:xfrm>
          <a:off x="457200" y="1193800"/>
          <a:ext cx="8229600" cy="822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57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57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57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200">
                          <a:solidFill>
                            <a:schemeClr val="tx1"/>
                          </a:solidFill>
                        </a:rPr>
                        <a:t>Setting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200">
                          <a:solidFill>
                            <a:schemeClr val="tx1"/>
                          </a:solidFill>
                        </a:rPr>
                        <a:t>Authority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200">
                          <a:solidFill>
                            <a:schemeClr val="tx1"/>
                          </a:solidFill>
                        </a:rPr>
                        <a:t>Risk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200">
                          <a:solidFill>
                            <a:schemeClr val="tx1"/>
                          </a:solidFill>
                        </a:rPr>
                        <a:t>Recommendation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200" dirty="0">
                          <a:solidFill>
                            <a:schemeClr val="tx1"/>
                          </a:solidFill>
                        </a:rPr>
                        <a:t>SECURITY USER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200">
                          <a:solidFill>
                            <a:schemeClr val="tx1"/>
                          </a:solidFill>
                        </a:rPr>
                        <a:t>Invoker’s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200">
                          <a:solidFill>
                            <a:schemeClr val="tx1"/>
                          </a:solidFill>
                        </a:rPr>
                        <a:t>Low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200" b="1">
                          <a:solidFill>
                            <a:schemeClr val="tx1"/>
                          </a:solidFill>
                        </a:rPr>
                        <a:t>Use for most functions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200">
                          <a:solidFill>
                            <a:schemeClr val="tx1"/>
                          </a:solidFill>
                        </a:rPr>
                        <a:t>SECURITY DEFINER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200">
                          <a:solidFill>
                            <a:schemeClr val="tx1"/>
                          </a:solidFill>
                        </a:rPr>
                        <a:t>Owner’s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200">
                          <a:solidFill>
                            <a:schemeClr val="tx1"/>
                          </a:solidFill>
                        </a:rPr>
                        <a:t>High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200" dirty="0">
                          <a:solidFill>
                            <a:schemeClr val="tx1"/>
                          </a:solidFill>
                        </a:rPr>
                        <a:t>Only when necessary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Key Security Rules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342900" lvl="0" indent="-342900">
              <a:buAutoNum type="arabicPeriod"/>
            </a:pPr>
            <a:r>
              <a:rPr b="1"/>
              <a:t>Input Validation</a:t>
            </a:r>
            <a:r>
              <a:t> - Always validate NULL, length, format</a:t>
            </a:r>
          </a:p>
          <a:p>
            <a:pPr marL="342900" lvl="0" indent="-342900">
              <a:buAutoNum type="arabicPeriod"/>
            </a:pPr>
            <a:r>
              <a:rPr b="1"/>
              <a:t>Least Privilege</a:t>
            </a:r>
            <a:r>
              <a:t> - Grant EXECUTE only to authorized users</a:t>
            </a:r>
          </a:p>
          <a:p>
            <a:pPr marL="342900" lvl="0" indent="-342900">
              <a:buAutoNum type="arabicPeriod"/>
            </a:pPr>
            <a:r>
              <a:rPr b="1"/>
              <a:t>Audit Logging</a:t>
            </a:r>
            <a:r>
              <a:t> - Track function usage</a:t>
            </a:r>
          </a:p>
          <a:p>
            <a:pPr marL="342900" lvl="0" indent="-342900">
              <a:buAutoNum type="arabicPeriod"/>
            </a:pPr>
            <a:r>
              <a:rPr b="1"/>
              <a:t>RACF Integration</a:t>
            </a:r>
            <a:r>
              <a:t> - Functions respect RACF controls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>
            <a:extLst>
              <a:ext uri="{FF2B5EF4-FFF2-40B4-BE49-F238E27FC236}">
                <a16:creationId xmlns:a16="http://schemas.microsoft.com/office/drawing/2014/main" id="{2273D517-9692-E874-133B-79BA470B5B6D}"/>
              </a:ext>
            </a:extLst>
          </p:cNvPr>
          <p:cNvPicPr>
            <a:picLocks noGrp="1" noChangeAspect="1"/>
          </p:cNvPicPr>
          <p:nvPr>
            <p:ph type="pic" sz="quarter" idx="12"/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767068" y="214311"/>
            <a:ext cx="3996000" cy="3996000"/>
          </a:xfrm>
          <a:prstGeom prst="rect">
            <a:avLst/>
          </a:prstGeom>
          <a:solidFill>
            <a:srgbClr val="E0E0E0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Routine Categories (4 minutes)</a:t>
            </a:r>
          </a:p>
        </p:txBody>
      </p:sp>
    </p:spTree>
  </p:cSld>
  <p:clrMapOvr>
    <a:masterClrMapping/>
  </p:clrMapOvr>
  <p:transition spd="med"/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dirty="0"/>
              <a:t>Data Type Conversion</a:t>
            </a:r>
            <a:br>
              <a:rPr lang="en-US" dirty="0"/>
            </a:br>
            <a:r>
              <a:rPr kumimoji="0" lang="en-US" sz="135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BM Plex Sans Light"/>
                <a:ea typeface="+mj-ea"/>
                <a:cs typeface="+mj-cs"/>
                <a:sym typeface="IBM Plex Sans Light"/>
              </a:rPr>
              <a:t>Safe type conversion and encoding</a:t>
            </a:r>
            <a:br>
              <a:rPr kumimoji="0" lang="en-US" sz="135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BM Plex Sans Light"/>
                <a:ea typeface="+mj-ea"/>
                <a:cs typeface="+mj-cs"/>
                <a:sym typeface="IBM Plex Sans Light"/>
              </a:rPr>
            </a:b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-- Base64 encoding/decoding</a:t>
            </a:r>
            <a:br>
              <a:rPr dirty="0"/>
            </a:br>
            <a:r>
              <a:rPr lang="en-US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SELECT</a:t>
            </a:r>
            <a:r>
              <a:rPr dirty="0">
                <a:latin typeface="IBM Plex Mono Light" panose="020B0409050203000203" pitchFamily="49" charset="0"/>
              </a:rPr>
              <a:t> BASE64ENCODE(</a:t>
            </a:r>
            <a:r>
              <a:rPr dirty="0">
                <a:solidFill>
                  <a:srgbClr val="902000"/>
                </a:solidFill>
                <a:latin typeface="IBM Plex Mono Light" panose="020B0409050203000203" pitchFamily="49" charset="0"/>
              </a:rPr>
              <a:t>BLOB</a:t>
            </a:r>
            <a:r>
              <a:rPr dirty="0">
                <a:latin typeface="IBM Plex Mono Light" panose="020B0409050203000203" pitchFamily="49" charset="0"/>
              </a:rPr>
              <a:t>(</a:t>
            </a:r>
            <a:r>
              <a:rPr dirty="0">
                <a:solidFill>
                  <a:srgbClr val="4070A0"/>
                </a:solidFill>
                <a:latin typeface="IBM Plex Mono Light" panose="020B0409050203000203" pitchFamily="49" charset="0"/>
              </a:rPr>
              <a:t>'Hello World'</a:t>
            </a:r>
            <a:r>
              <a:rPr dirty="0">
                <a:latin typeface="IBM Plex Mono Light" panose="020B0409050203000203" pitchFamily="49" charset="0"/>
              </a:rPr>
              <a:t>))</a:t>
            </a:r>
            <a:r>
              <a:rPr lang="en-US" dirty="0">
                <a:latin typeface="IBM Plex Mono Light" panose="020B0409050203000203" pitchFamily="49" charset="0"/>
              </a:rPr>
              <a:t> </a:t>
            </a:r>
            <a:r>
              <a:rPr lang="en-US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FROM SYSIBM.SYSDUMMY1</a:t>
            </a:r>
            <a:r>
              <a:rPr dirty="0">
                <a:latin typeface="IBM Plex Mono Light" panose="020B0409050203000203" pitchFamily="49" charset="0"/>
              </a:rPr>
              <a:t>;</a:t>
            </a:r>
            <a:br>
              <a:rPr dirty="0"/>
            </a:br>
            <a:r>
              <a:rPr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-- Result: SGVsbG8gV29ybGQ=</a:t>
            </a:r>
            <a:br>
              <a:rPr dirty="0"/>
            </a:br>
            <a:br>
              <a:rPr dirty="0"/>
            </a:br>
            <a:r>
              <a:rPr lang="en-US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SELECT</a:t>
            </a:r>
            <a:r>
              <a:rPr dirty="0">
                <a:latin typeface="IBM Plex Mono Light" panose="020B0409050203000203" pitchFamily="49" charset="0"/>
              </a:rPr>
              <a:t> BASE64DECODE(</a:t>
            </a:r>
            <a:r>
              <a:rPr dirty="0">
                <a:solidFill>
                  <a:srgbClr val="4070A0"/>
                </a:solidFill>
                <a:latin typeface="IBM Plex Mono Light" panose="020B0409050203000203" pitchFamily="49" charset="0"/>
              </a:rPr>
              <a:t>'SGVsbG8gV29ybGQ='</a:t>
            </a:r>
            <a:r>
              <a:rPr dirty="0">
                <a:latin typeface="IBM Plex Mono Light" panose="020B0409050203000203" pitchFamily="49" charset="0"/>
              </a:rPr>
              <a:t>)</a:t>
            </a:r>
            <a:r>
              <a:rPr lang="en-US" dirty="0">
                <a:latin typeface="IBM Plex Mono Light" panose="020B0409050203000203" pitchFamily="49" charset="0"/>
              </a:rPr>
              <a:t> </a:t>
            </a:r>
            <a:r>
              <a:rPr lang="en-US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FROM SYSIBM.SYSDUMMY1</a:t>
            </a:r>
            <a:r>
              <a:rPr dirty="0">
                <a:latin typeface="IBM Plex Mono Light" panose="020B0409050203000203" pitchFamily="49" charset="0"/>
              </a:rPr>
              <a:t>;</a:t>
            </a:r>
            <a:br>
              <a:rPr dirty="0"/>
            </a:br>
            <a:r>
              <a:rPr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-- Result: BLOB('Hello World')</a:t>
            </a:r>
            <a:br>
              <a:rPr dirty="0"/>
            </a:br>
            <a:br>
              <a:rPr dirty="0"/>
            </a:br>
            <a:r>
              <a:rPr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-- Safe integer conversion (returns NULL on failure)</a:t>
            </a:r>
            <a:br>
              <a:rPr dirty="0"/>
            </a:br>
            <a:r>
              <a:rPr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SELECT</a:t>
            </a:r>
            <a:r>
              <a:rPr dirty="0">
                <a:latin typeface="IBM Plex Mono Light" panose="020B0409050203000203" pitchFamily="49" charset="0"/>
              </a:rPr>
              <a:t> TRY_INTEGER(</a:t>
            </a:r>
            <a:r>
              <a:rPr dirty="0" err="1">
                <a:latin typeface="IBM Plex Mono Light" panose="020B0409050203000203" pitchFamily="49" charset="0"/>
              </a:rPr>
              <a:t>s</a:t>
            </a:r>
            <a:r>
              <a:rPr lang="en-US" dirty="0" err="1">
                <a:latin typeface="IBM Plex Mono Light" panose="020B0409050203000203" pitchFamily="49" charset="0"/>
              </a:rPr>
              <a:t>tatus</a:t>
            </a:r>
            <a:r>
              <a:rPr dirty="0" err="1">
                <a:latin typeface="IBM Plex Mono Light" panose="020B0409050203000203" pitchFamily="49" charset="0"/>
              </a:rPr>
              <a:t>_text</a:t>
            </a:r>
            <a:r>
              <a:rPr dirty="0">
                <a:latin typeface="IBM Plex Mono Light" panose="020B0409050203000203" pitchFamily="49" charset="0"/>
              </a:rPr>
              <a:t>) </a:t>
            </a:r>
            <a:r>
              <a:rPr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AS</a:t>
            </a:r>
            <a:r>
              <a:rPr dirty="0">
                <a:latin typeface="IBM Plex Mono Light" panose="020B0409050203000203" pitchFamily="49" charset="0"/>
              </a:rPr>
              <a:t> </a:t>
            </a:r>
            <a:r>
              <a:rPr lang="en-US" dirty="0" err="1">
                <a:latin typeface="IBM Plex Mono Light" panose="020B0409050203000203" pitchFamily="49" charset="0"/>
              </a:rPr>
              <a:t>status_code</a:t>
            </a:r>
            <a:br>
              <a:rPr dirty="0"/>
            </a:br>
            <a:r>
              <a:rPr dirty="0">
                <a:latin typeface="IBM Plex Mono Light" panose="020B0409050203000203" pitchFamily="49" charset="0"/>
              </a:rPr>
              <a:t>  </a:t>
            </a:r>
            <a:r>
              <a:rPr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FROM</a:t>
            </a:r>
            <a:r>
              <a:rPr dirty="0">
                <a:latin typeface="IBM Plex Mono Light" panose="020B0409050203000203" pitchFamily="49" charset="0"/>
              </a:rPr>
              <a:t> </a:t>
            </a:r>
            <a:r>
              <a:rPr dirty="0" err="1">
                <a:latin typeface="IBM Plex Mono Light" panose="020B0409050203000203" pitchFamily="49" charset="0"/>
              </a:rPr>
              <a:t>staging_table</a:t>
            </a:r>
            <a:r>
              <a:rPr dirty="0">
                <a:latin typeface="IBM Plex Mono Light" panose="020B0409050203000203" pitchFamily="49" charset="0"/>
              </a:rPr>
              <a:t>;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String Processing</a:t>
            </a:r>
            <a:br>
              <a:rPr lang="en-US" dirty="0"/>
            </a:br>
            <a:r>
              <a:rPr kumimoji="0" lang="en-US" sz="135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BM Plex Sans Light"/>
                <a:ea typeface="+mj-ea"/>
                <a:cs typeface="+mj-cs"/>
                <a:sym typeface="IBM Plex Sans Light"/>
              </a:rPr>
              <a:t>Pattern matching and manipulation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>
              <a:lnSpc>
                <a:spcPct val="100000"/>
              </a:lnSpc>
            </a:pPr>
            <a:r>
              <a:rPr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-- Regular expression matching</a:t>
            </a:r>
            <a:r>
              <a:rPr lang="en-US"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: Find customers with invalid email</a:t>
            </a:r>
            <a:br>
              <a:rPr sz="1200" dirty="0">
                <a:latin typeface="IBM Plex Mono Light" panose="020B0409050203000203" pitchFamily="49" charset="0"/>
              </a:rPr>
            </a:br>
            <a:r>
              <a:rPr sz="1200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SELECT</a:t>
            </a:r>
            <a:r>
              <a:rPr sz="1200" dirty="0">
                <a:latin typeface="IBM Plex Mono Light" panose="020B0409050203000203" pitchFamily="49" charset="0"/>
              </a:rPr>
              <a:t> </a:t>
            </a:r>
            <a:r>
              <a:rPr sz="1200" dirty="0" err="1">
                <a:latin typeface="IBM Plex Mono Light" panose="020B0409050203000203" pitchFamily="49" charset="0"/>
              </a:rPr>
              <a:t>customer_id</a:t>
            </a:r>
            <a:r>
              <a:rPr sz="1200" dirty="0">
                <a:latin typeface="IBM Plex Mono Light" panose="020B0409050203000203" pitchFamily="49" charset="0"/>
              </a:rPr>
              <a:t>, email</a:t>
            </a:r>
            <a:br>
              <a:rPr sz="1200" dirty="0">
                <a:latin typeface="IBM Plex Mono Light" panose="020B0409050203000203" pitchFamily="49" charset="0"/>
              </a:rPr>
            </a:br>
            <a:r>
              <a:rPr sz="1200" dirty="0">
                <a:latin typeface="IBM Plex Mono Light" panose="020B0409050203000203" pitchFamily="49" charset="0"/>
              </a:rPr>
              <a:t>  </a:t>
            </a:r>
            <a:r>
              <a:rPr sz="1200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FROM</a:t>
            </a:r>
            <a:r>
              <a:rPr sz="1200" dirty="0">
                <a:latin typeface="IBM Plex Mono Light" panose="020B0409050203000203" pitchFamily="49" charset="0"/>
              </a:rPr>
              <a:t> customers</a:t>
            </a:r>
            <a:br>
              <a:rPr sz="1200" dirty="0">
                <a:latin typeface="IBM Plex Mono Light" panose="020B0409050203000203" pitchFamily="49" charset="0"/>
              </a:rPr>
            </a:br>
            <a:r>
              <a:rPr sz="1200" dirty="0">
                <a:latin typeface="IBM Plex Mono Light" panose="020B0409050203000203" pitchFamily="49" charset="0"/>
              </a:rPr>
              <a:t> </a:t>
            </a:r>
            <a:r>
              <a:rPr sz="1200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WHERE</a:t>
            </a:r>
            <a:r>
              <a:rPr sz="1200" dirty="0">
                <a:latin typeface="IBM Plex Mono Light" panose="020B0409050203000203" pitchFamily="49" charset="0"/>
              </a:rPr>
              <a:t> REGEX_MATCHES(email, </a:t>
            </a:r>
            <a:br>
              <a:rPr sz="1200" dirty="0">
                <a:latin typeface="IBM Plex Mono Light" panose="020B0409050203000203" pitchFamily="49" charset="0"/>
              </a:rPr>
            </a:br>
            <a:r>
              <a:rPr sz="1200" dirty="0">
                <a:latin typeface="IBM Plex Mono Light" panose="020B0409050203000203" pitchFamily="49" charset="0"/>
              </a:rPr>
              <a:t>       </a:t>
            </a:r>
            <a:r>
              <a:rPr sz="1200" dirty="0">
                <a:solidFill>
                  <a:srgbClr val="4070A0"/>
                </a:solidFill>
                <a:latin typeface="IBM Plex Mono Light" panose="020B0409050203000203" pitchFamily="49" charset="0"/>
              </a:rPr>
              <a:t>'^[a-zA-Z0-9._%+-]+@[a-zA-Z0-9.-]+\.[a-</a:t>
            </a:r>
            <a:r>
              <a:rPr sz="1200" dirty="0" err="1">
                <a:solidFill>
                  <a:srgbClr val="4070A0"/>
                </a:solidFill>
                <a:latin typeface="IBM Plex Mono Light" panose="020B0409050203000203" pitchFamily="49" charset="0"/>
              </a:rPr>
              <a:t>zA</a:t>
            </a:r>
            <a:r>
              <a:rPr sz="1200" dirty="0">
                <a:solidFill>
                  <a:srgbClr val="4070A0"/>
                </a:solidFill>
                <a:latin typeface="IBM Plex Mono Light" panose="020B0409050203000203" pitchFamily="49" charset="0"/>
              </a:rPr>
              <a:t>-Z]{2,}$'</a:t>
            </a:r>
            <a:r>
              <a:rPr sz="1200" dirty="0">
                <a:latin typeface="IBM Plex Mono Light" panose="020B0409050203000203" pitchFamily="49" charset="0"/>
              </a:rPr>
              <a:t>) </a:t>
            </a:r>
            <a:r>
              <a:rPr sz="1200" dirty="0">
                <a:solidFill>
                  <a:srgbClr val="666666"/>
                </a:solidFill>
                <a:latin typeface="IBM Plex Mono Light" panose="020B0409050203000203" pitchFamily="49" charset="0"/>
              </a:rPr>
              <a:t>=</a:t>
            </a:r>
            <a:r>
              <a:rPr sz="1200" dirty="0">
                <a:latin typeface="IBM Plex Mono Light" panose="020B0409050203000203" pitchFamily="49" charset="0"/>
              </a:rPr>
              <a:t> </a:t>
            </a:r>
            <a:r>
              <a:rPr lang="en-US" sz="1200" dirty="0">
                <a:solidFill>
                  <a:srgbClr val="40A070"/>
                </a:solidFill>
                <a:latin typeface="IBM Plex Mono Light" panose="020B0409050203000203" pitchFamily="49" charset="0"/>
              </a:rPr>
              <a:t>0</a:t>
            </a:r>
            <a:r>
              <a:rPr sz="1200" dirty="0">
                <a:latin typeface="IBM Plex Mono Light" panose="020B0409050203000203" pitchFamily="49" charset="0"/>
              </a:rPr>
              <a:t>;</a:t>
            </a:r>
            <a:br>
              <a:rPr sz="1200" dirty="0">
                <a:latin typeface="IBM Plex Mono Light" panose="020B0409050203000203" pitchFamily="49" charset="0"/>
              </a:rPr>
            </a:br>
            <a:br>
              <a:rPr sz="1200" dirty="0">
                <a:latin typeface="IBM Plex Mono Light" panose="020B0409050203000203" pitchFamily="49" charset="0"/>
              </a:rPr>
            </a:br>
            <a:r>
              <a:rPr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-- String splitting (inverse of LISTAGG)</a:t>
            </a:r>
            <a:br>
              <a:rPr sz="1200" dirty="0">
                <a:latin typeface="IBM Plex Mono Light" panose="020B0409050203000203" pitchFamily="49" charset="0"/>
              </a:rPr>
            </a:br>
            <a:r>
              <a:rPr sz="1200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SELECT</a:t>
            </a:r>
            <a:r>
              <a:rPr sz="1200" dirty="0">
                <a:latin typeface="IBM Plex Mono Light" panose="020B0409050203000203" pitchFamily="49" charset="0"/>
              </a:rPr>
              <a:t> </a:t>
            </a:r>
            <a:r>
              <a:rPr sz="1200" dirty="0">
                <a:solidFill>
                  <a:srgbClr val="666666"/>
                </a:solidFill>
                <a:latin typeface="IBM Plex Mono Light" panose="020B0409050203000203" pitchFamily="49" charset="0"/>
              </a:rPr>
              <a:t>*</a:t>
            </a:r>
            <a:br>
              <a:rPr sz="1200" dirty="0">
                <a:latin typeface="IBM Plex Mono Light" panose="020B0409050203000203" pitchFamily="49" charset="0"/>
              </a:rPr>
            </a:br>
            <a:r>
              <a:rPr sz="1200" dirty="0">
                <a:latin typeface="IBM Plex Mono Light" panose="020B0409050203000203" pitchFamily="49" charset="0"/>
              </a:rPr>
              <a:t>  </a:t>
            </a:r>
            <a:r>
              <a:rPr sz="1200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FROM</a:t>
            </a:r>
            <a:r>
              <a:rPr sz="1200" dirty="0">
                <a:latin typeface="IBM Plex Mono Light" panose="020B0409050203000203" pitchFamily="49" charset="0"/>
              </a:rPr>
              <a:t> </a:t>
            </a:r>
            <a:r>
              <a:rPr sz="1200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TABLE</a:t>
            </a:r>
            <a:r>
              <a:rPr sz="1200" dirty="0">
                <a:latin typeface="IBM Plex Mono Light" panose="020B0409050203000203" pitchFamily="49" charset="0"/>
              </a:rPr>
              <a:t>(</a:t>
            </a:r>
            <a:r>
              <a:rPr sz="1200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SPLIT</a:t>
            </a:r>
            <a:r>
              <a:rPr sz="1200" dirty="0">
                <a:latin typeface="IBM Plex Mono Light" panose="020B0409050203000203" pitchFamily="49" charset="0"/>
              </a:rPr>
              <a:t>(</a:t>
            </a:r>
            <a:r>
              <a:rPr sz="1200" dirty="0">
                <a:solidFill>
                  <a:srgbClr val="4070A0"/>
                </a:solidFill>
                <a:latin typeface="IBM Plex Mono Light" panose="020B0409050203000203" pitchFamily="49" charset="0"/>
              </a:rPr>
              <a:t>'</a:t>
            </a:r>
            <a:r>
              <a:rPr sz="1200" dirty="0" err="1">
                <a:solidFill>
                  <a:srgbClr val="4070A0"/>
                </a:solidFill>
                <a:latin typeface="IBM Plex Mono Light" panose="020B0409050203000203" pitchFamily="49" charset="0"/>
              </a:rPr>
              <a:t>apple,banana,cherry</a:t>
            </a:r>
            <a:r>
              <a:rPr sz="1200" dirty="0">
                <a:solidFill>
                  <a:srgbClr val="4070A0"/>
                </a:solidFill>
                <a:latin typeface="IBM Plex Mono Light" panose="020B0409050203000203" pitchFamily="49" charset="0"/>
              </a:rPr>
              <a:t>'</a:t>
            </a:r>
            <a:r>
              <a:rPr sz="1200" dirty="0">
                <a:latin typeface="IBM Plex Mono Light" panose="020B0409050203000203" pitchFamily="49" charset="0"/>
              </a:rPr>
              <a:t>, </a:t>
            </a:r>
            <a:r>
              <a:rPr sz="1200" dirty="0">
                <a:solidFill>
                  <a:srgbClr val="4070A0"/>
                </a:solidFill>
                <a:latin typeface="IBM Plex Mono Light" panose="020B0409050203000203" pitchFamily="49" charset="0"/>
              </a:rPr>
              <a:t>','</a:t>
            </a:r>
            <a:r>
              <a:rPr sz="1200" dirty="0">
                <a:latin typeface="IBM Plex Mono Light" panose="020B0409050203000203" pitchFamily="49" charset="0"/>
              </a:rPr>
              <a:t>)) </a:t>
            </a:r>
            <a:r>
              <a:rPr sz="1200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AS</a:t>
            </a:r>
            <a:r>
              <a:rPr sz="1200" dirty="0">
                <a:latin typeface="IBM Plex Mono Light" panose="020B0409050203000203" pitchFamily="49" charset="0"/>
              </a:rPr>
              <a:t> T;</a:t>
            </a:r>
            <a:br>
              <a:rPr sz="1200" dirty="0">
                <a:latin typeface="IBM Plex Mono Light" panose="020B0409050203000203" pitchFamily="49" charset="0"/>
              </a:rPr>
            </a:br>
            <a:r>
              <a:rPr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-- Returns: apple | banana | cherry</a:t>
            </a:r>
            <a:br>
              <a:rPr sz="1200" dirty="0">
                <a:latin typeface="IBM Plex Mono Light" panose="020B0409050203000203" pitchFamily="49" charset="0"/>
              </a:rPr>
            </a:br>
            <a:br>
              <a:rPr sz="1200" dirty="0">
                <a:latin typeface="IBM Plex Mono Light" panose="020B0409050203000203" pitchFamily="49" charset="0"/>
              </a:rPr>
            </a:br>
            <a:r>
              <a:rPr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-- </a:t>
            </a:r>
            <a:r>
              <a:rPr sz="1200" i="1" dirty="0" err="1">
                <a:solidFill>
                  <a:srgbClr val="60A0B0"/>
                </a:solidFill>
                <a:latin typeface="IBM Plex Mono Light" panose="020B0409050203000203" pitchFamily="49" charset="0"/>
              </a:rPr>
              <a:t>Printf</a:t>
            </a:r>
            <a:r>
              <a:rPr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-style formatting</a:t>
            </a:r>
            <a:br>
              <a:rPr sz="1200" dirty="0">
                <a:latin typeface="IBM Plex Mono Light" panose="020B0409050203000203" pitchFamily="49" charset="0"/>
              </a:rPr>
            </a:br>
            <a:r>
              <a:rPr sz="1200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SELECT</a:t>
            </a:r>
            <a:r>
              <a:rPr sz="1200" dirty="0">
                <a:latin typeface="IBM Plex Mono Light" panose="020B0409050203000203" pitchFamily="49" charset="0"/>
              </a:rPr>
              <a:t> SPRINTF(</a:t>
            </a:r>
            <a:r>
              <a:rPr sz="1200" dirty="0">
                <a:solidFill>
                  <a:srgbClr val="4070A0"/>
                </a:solidFill>
                <a:latin typeface="IBM Plex Mono Light" panose="020B0409050203000203" pitchFamily="49" charset="0"/>
              </a:rPr>
              <a:t>'Customer %s has balance $%.2f'</a:t>
            </a:r>
            <a:r>
              <a:rPr sz="1200" dirty="0">
                <a:latin typeface="IBM Plex Mono Light" panose="020B0409050203000203" pitchFamily="49" charset="0"/>
              </a:rPr>
              <a:t>, name, balance)) </a:t>
            </a:r>
            <a:r>
              <a:rPr sz="1200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AS</a:t>
            </a:r>
            <a:r>
              <a:rPr sz="1200" dirty="0">
                <a:latin typeface="IBM Plex Mono Light" panose="020B0409050203000203" pitchFamily="49" charset="0"/>
              </a:rPr>
              <a:t> </a:t>
            </a:r>
            <a:r>
              <a:rPr lang="en-US" sz="1200" dirty="0">
                <a:latin typeface="IBM Plex Mono Light" panose="020B0409050203000203" pitchFamily="49" charset="0"/>
              </a:rPr>
              <a:t>"Balance"</a:t>
            </a:r>
            <a:br>
              <a:rPr sz="1200" dirty="0">
                <a:latin typeface="IBM Plex Mono Light" panose="020B0409050203000203" pitchFamily="49" charset="0"/>
              </a:rPr>
            </a:br>
            <a:r>
              <a:rPr sz="1200" dirty="0">
                <a:latin typeface="IBM Plex Mono Light" panose="020B0409050203000203" pitchFamily="49" charset="0"/>
              </a:rPr>
              <a:t>  </a:t>
            </a:r>
            <a:r>
              <a:rPr sz="1200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FROM</a:t>
            </a:r>
            <a:r>
              <a:rPr sz="1200" dirty="0">
                <a:latin typeface="IBM Plex Mono Light" panose="020B0409050203000203" pitchFamily="49" charset="0"/>
              </a:rPr>
              <a:t> accounts;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dirty="0"/>
              <a:t>System Integration</a:t>
            </a:r>
            <a:br>
              <a:rPr lang="en-US" dirty="0"/>
            </a:br>
            <a:r>
              <a:rPr kumimoji="0" lang="en-US" sz="135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BM Plex Sans Light"/>
                <a:ea typeface="+mj-ea"/>
                <a:cs typeface="+mj-cs"/>
                <a:sym typeface="IBM Plex Sans Light"/>
              </a:rPr>
              <a:t>Access z/OS system information</a:t>
            </a:r>
            <a:br>
              <a:rPr kumimoji="0" lang="en-US" sz="135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BM Plex Sans Light"/>
                <a:ea typeface="+mj-ea"/>
                <a:cs typeface="+mj-cs"/>
                <a:sym typeface="IBM Plex Sans Light"/>
              </a:rPr>
            </a:b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lnSpc>
                <a:spcPct val="100000"/>
              </a:lnSpc>
              <a:buNone/>
            </a:pPr>
            <a:r>
              <a:rPr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-- List APF-authorized libraries</a:t>
            </a:r>
            <a:br>
              <a:rPr sz="1200" dirty="0">
                <a:latin typeface="IBM Plex Mono Light" panose="020B0409050203000203" pitchFamily="49" charset="0"/>
              </a:rPr>
            </a:br>
            <a:r>
              <a:rPr sz="1200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SELECT</a:t>
            </a:r>
            <a:r>
              <a:rPr sz="1200" dirty="0">
                <a:latin typeface="IBM Plex Mono Light" panose="020B0409050203000203" pitchFamily="49" charset="0"/>
              </a:rPr>
              <a:t> </a:t>
            </a:r>
            <a:r>
              <a:rPr sz="1200" dirty="0" err="1">
                <a:latin typeface="IBM Plex Mono Light" panose="020B0409050203000203" pitchFamily="49" charset="0"/>
              </a:rPr>
              <a:t>dsname</a:t>
            </a:r>
            <a:r>
              <a:rPr sz="1200" dirty="0">
                <a:latin typeface="IBM Plex Mono Light" panose="020B0409050203000203" pitchFamily="49" charset="0"/>
              </a:rPr>
              <a:t>, </a:t>
            </a:r>
            <a:r>
              <a:rPr sz="1200" dirty="0" err="1">
                <a:latin typeface="IBM Plex Mono Light" panose="020B0409050203000203" pitchFamily="49" charset="0"/>
              </a:rPr>
              <a:t>volser</a:t>
            </a:r>
            <a:r>
              <a:rPr sz="1200" dirty="0">
                <a:latin typeface="IBM Plex Mono Light" panose="020B0409050203000203" pitchFamily="49" charset="0"/>
              </a:rPr>
              <a:t>, </a:t>
            </a:r>
            <a:r>
              <a:rPr sz="1200" dirty="0" err="1">
                <a:latin typeface="IBM Plex Mono Light" panose="020B0409050203000203" pitchFamily="49" charset="0"/>
              </a:rPr>
              <a:t>sms_managed</a:t>
            </a:r>
            <a:br>
              <a:rPr sz="1200" dirty="0">
                <a:latin typeface="IBM Plex Mono Light" panose="020B0409050203000203" pitchFamily="49" charset="0"/>
              </a:rPr>
            </a:br>
            <a:r>
              <a:rPr sz="1200" dirty="0">
                <a:latin typeface="IBM Plex Mono Light" panose="020B0409050203000203" pitchFamily="49" charset="0"/>
              </a:rPr>
              <a:t>  </a:t>
            </a:r>
            <a:r>
              <a:rPr sz="1200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FROM</a:t>
            </a:r>
            <a:r>
              <a:rPr sz="1200" dirty="0">
                <a:latin typeface="IBM Plex Mono Light" panose="020B0409050203000203" pitchFamily="49" charset="0"/>
              </a:rPr>
              <a:t> </a:t>
            </a:r>
            <a:r>
              <a:rPr sz="1200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TABLE</a:t>
            </a:r>
            <a:r>
              <a:rPr sz="1200" dirty="0">
                <a:latin typeface="IBM Plex Mono Light" panose="020B0409050203000203" pitchFamily="49" charset="0"/>
              </a:rPr>
              <a:t>(APFLIST()) </a:t>
            </a:r>
            <a:r>
              <a:rPr sz="1200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AS</a:t>
            </a:r>
            <a:r>
              <a:rPr sz="1200" dirty="0">
                <a:latin typeface="IBM Plex Mono Light" panose="020B0409050203000203" pitchFamily="49" charset="0"/>
              </a:rPr>
              <a:t> T</a:t>
            </a:r>
            <a:br>
              <a:rPr sz="1200" dirty="0">
                <a:latin typeface="IBM Plex Mono Light" panose="020B0409050203000203" pitchFamily="49" charset="0"/>
              </a:rPr>
            </a:br>
            <a:r>
              <a:rPr sz="1200" dirty="0">
                <a:latin typeface="IBM Plex Mono Light" panose="020B0409050203000203" pitchFamily="49" charset="0"/>
              </a:rPr>
              <a:t> </a:t>
            </a:r>
            <a:r>
              <a:rPr sz="1200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ORDER</a:t>
            </a:r>
            <a:r>
              <a:rPr sz="1200" dirty="0">
                <a:latin typeface="IBM Plex Mono Light" panose="020B0409050203000203" pitchFamily="49" charset="0"/>
              </a:rPr>
              <a:t> </a:t>
            </a:r>
            <a:r>
              <a:rPr sz="1200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BY</a:t>
            </a:r>
            <a:r>
              <a:rPr sz="1200" dirty="0">
                <a:latin typeface="IBM Plex Mono Light" panose="020B0409050203000203" pitchFamily="49" charset="0"/>
              </a:rPr>
              <a:t> </a:t>
            </a:r>
            <a:r>
              <a:rPr sz="1200" dirty="0" err="1">
                <a:latin typeface="IBM Plex Mono Light" panose="020B0409050203000203" pitchFamily="49" charset="0"/>
              </a:rPr>
              <a:t>dsname</a:t>
            </a:r>
            <a:r>
              <a:rPr sz="1200" dirty="0">
                <a:latin typeface="IBM Plex Mono Light" panose="020B0409050203000203" pitchFamily="49" charset="0"/>
              </a:rPr>
              <a:t>;</a:t>
            </a:r>
            <a:br>
              <a:rPr sz="1200" dirty="0">
                <a:latin typeface="IBM Plex Mono Light" panose="020B0409050203000203" pitchFamily="49" charset="0"/>
              </a:rPr>
            </a:br>
            <a:br>
              <a:rPr sz="1200" dirty="0">
                <a:latin typeface="IBM Plex Mono Light" panose="020B0409050203000203" pitchFamily="49" charset="0"/>
              </a:rPr>
            </a:br>
            <a:r>
              <a:rPr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-- Find RACF profile for dataset</a:t>
            </a:r>
            <a:br>
              <a:rPr sz="1200" dirty="0">
                <a:latin typeface="IBM Plex Mono Light" panose="020B0409050203000203" pitchFamily="49" charset="0"/>
              </a:rPr>
            </a:br>
            <a:r>
              <a:rPr sz="1200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VALUES</a:t>
            </a:r>
            <a:r>
              <a:rPr sz="1200" dirty="0">
                <a:latin typeface="IBM Plex Mono Light" panose="020B0409050203000203" pitchFamily="49" charset="0"/>
              </a:rPr>
              <a:t> RACFPROFILE(</a:t>
            </a:r>
            <a:r>
              <a:rPr sz="1200" dirty="0">
                <a:solidFill>
                  <a:srgbClr val="4070A0"/>
                </a:solidFill>
                <a:latin typeface="IBM Plex Mono Light" panose="020B0409050203000203" pitchFamily="49" charset="0"/>
              </a:rPr>
              <a:t>'PROD.PAYROLL.DATA'</a:t>
            </a:r>
            <a:r>
              <a:rPr sz="1200" dirty="0">
                <a:latin typeface="IBM Plex Mono Light" panose="020B0409050203000203" pitchFamily="49" charset="0"/>
              </a:rPr>
              <a:t>);</a:t>
            </a:r>
            <a:br>
              <a:rPr sz="1200" dirty="0">
                <a:latin typeface="IBM Plex Mono Light" panose="020B0409050203000203" pitchFamily="49" charset="0"/>
              </a:rPr>
            </a:br>
            <a:r>
              <a:rPr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-- Result: PROD.PAYROLL.**</a:t>
            </a:r>
            <a:br>
              <a:rPr sz="1200" dirty="0">
                <a:latin typeface="IBM Plex Mono Light" panose="020B0409050203000203" pitchFamily="49" charset="0"/>
              </a:rPr>
            </a:br>
            <a:br>
              <a:rPr sz="1200" dirty="0">
                <a:latin typeface="IBM Plex Mono Light" panose="020B0409050203000203" pitchFamily="49" charset="0"/>
              </a:rPr>
            </a:br>
            <a:r>
              <a:rPr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-- Read flat file with complex structure</a:t>
            </a:r>
            <a:br>
              <a:rPr sz="1200" dirty="0">
                <a:latin typeface="IBM Plex Mono Light" panose="020B0409050203000203" pitchFamily="49" charset="0"/>
              </a:rPr>
            </a:br>
            <a:r>
              <a:rPr sz="1200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SELECT</a:t>
            </a:r>
            <a:r>
              <a:rPr sz="1200" dirty="0">
                <a:latin typeface="IBM Plex Mono Light" panose="020B0409050203000203" pitchFamily="49" charset="0"/>
              </a:rPr>
              <a:t> </a:t>
            </a:r>
            <a:r>
              <a:rPr sz="1200" dirty="0" err="1">
                <a:latin typeface="IBM Plex Mono Light" panose="020B0409050203000203" pitchFamily="49" charset="0"/>
              </a:rPr>
              <a:t>account_id</a:t>
            </a:r>
            <a:r>
              <a:rPr sz="1200" dirty="0">
                <a:latin typeface="IBM Plex Mono Light" panose="020B0409050203000203" pitchFamily="49" charset="0"/>
              </a:rPr>
              <a:t>, balance, </a:t>
            </a:r>
            <a:r>
              <a:rPr sz="1200" dirty="0" err="1">
                <a:latin typeface="IBM Plex Mono Light" panose="020B0409050203000203" pitchFamily="49" charset="0"/>
              </a:rPr>
              <a:t>last_update</a:t>
            </a:r>
            <a:br>
              <a:rPr sz="1200" dirty="0">
                <a:latin typeface="IBM Plex Mono Light" panose="020B0409050203000203" pitchFamily="49" charset="0"/>
              </a:rPr>
            </a:br>
            <a:r>
              <a:rPr sz="1200" dirty="0">
                <a:latin typeface="IBM Plex Mono Light" panose="020B0409050203000203" pitchFamily="49" charset="0"/>
              </a:rPr>
              <a:t>  </a:t>
            </a:r>
            <a:r>
              <a:rPr sz="1200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FROM</a:t>
            </a:r>
            <a:r>
              <a:rPr sz="1200" dirty="0">
                <a:latin typeface="IBM Plex Mono Light" panose="020B0409050203000203" pitchFamily="49" charset="0"/>
              </a:rPr>
              <a:t> </a:t>
            </a:r>
            <a:r>
              <a:rPr sz="1200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TABLE</a:t>
            </a:r>
            <a:r>
              <a:rPr sz="1200" dirty="0">
                <a:latin typeface="IBM Plex Mono Light" panose="020B0409050203000203" pitchFamily="49" charset="0"/>
              </a:rPr>
              <a:t>(READ_GENERIC_FILE(</a:t>
            </a:r>
            <a:r>
              <a:rPr sz="1200" dirty="0">
                <a:solidFill>
                  <a:srgbClr val="4070A0"/>
                </a:solidFill>
                <a:latin typeface="IBM Plex Mono Light" panose="020B0409050203000203" pitchFamily="49" charset="0"/>
              </a:rPr>
              <a:t>'PROD.CUSTOMER.DATA'</a:t>
            </a:r>
            <a:r>
              <a:rPr sz="1200" dirty="0">
                <a:latin typeface="IBM Plex Mono Light" panose="020B0409050203000203" pitchFamily="49" charset="0"/>
              </a:rPr>
              <a:t>))</a:t>
            </a:r>
            <a:br>
              <a:rPr sz="1200" dirty="0">
                <a:latin typeface="IBM Plex Mono Light" panose="020B0409050203000203" pitchFamily="49" charset="0"/>
              </a:rPr>
            </a:br>
            <a:r>
              <a:rPr sz="1200" dirty="0">
                <a:latin typeface="IBM Plex Mono Light" panose="020B0409050203000203" pitchFamily="49" charset="0"/>
              </a:rPr>
              <a:t>       </a:t>
            </a:r>
            <a:r>
              <a:rPr sz="1200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AS</a:t>
            </a:r>
            <a:r>
              <a:rPr sz="1200" dirty="0">
                <a:latin typeface="IBM Plex Mono Light" panose="020B0409050203000203" pitchFamily="49" charset="0"/>
              </a:rPr>
              <a:t> T(</a:t>
            </a:r>
            <a:br>
              <a:rPr sz="1200" dirty="0">
                <a:latin typeface="IBM Plex Mono Light" panose="020B0409050203000203" pitchFamily="49" charset="0"/>
              </a:rPr>
            </a:br>
            <a:r>
              <a:rPr sz="1200" dirty="0">
                <a:latin typeface="IBM Plex Mono Light" panose="020B0409050203000203" pitchFamily="49" charset="0"/>
              </a:rPr>
              <a:t>         </a:t>
            </a:r>
            <a:r>
              <a:rPr sz="1200" dirty="0" err="1">
                <a:latin typeface="IBM Plex Mono Light" panose="020B0409050203000203" pitchFamily="49" charset="0"/>
              </a:rPr>
              <a:t>account_id</a:t>
            </a:r>
            <a:r>
              <a:rPr sz="1200" dirty="0">
                <a:latin typeface="IBM Plex Mono Light" panose="020B0409050203000203" pitchFamily="49" charset="0"/>
              </a:rPr>
              <a:t>  </a:t>
            </a:r>
            <a:r>
              <a:rPr sz="1200" dirty="0">
                <a:solidFill>
                  <a:srgbClr val="902000"/>
                </a:solidFill>
                <a:latin typeface="IBM Plex Mono Light" panose="020B0409050203000203" pitchFamily="49" charset="0"/>
              </a:rPr>
              <a:t>CHAR</a:t>
            </a:r>
            <a:r>
              <a:rPr sz="1200" dirty="0">
                <a:latin typeface="IBM Plex Mono Light" panose="020B0409050203000203" pitchFamily="49" charset="0"/>
              </a:rPr>
              <a:t>(</a:t>
            </a:r>
            <a:r>
              <a:rPr sz="1200" dirty="0">
                <a:solidFill>
                  <a:srgbClr val="40A070"/>
                </a:solidFill>
                <a:latin typeface="IBM Plex Mono Light" panose="020B0409050203000203" pitchFamily="49" charset="0"/>
              </a:rPr>
              <a:t>10</a:t>
            </a:r>
            <a:r>
              <a:rPr sz="1200" dirty="0">
                <a:latin typeface="IBM Plex Mono Light" panose="020B0409050203000203" pitchFamily="49" charset="0"/>
              </a:rPr>
              <a:t>),</a:t>
            </a:r>
            <a:br>
              <a:rPr sz="1200" dirty="0">
                <a:latin typeface="IBM Plex Mono Light" panose="020B0409050203000203" pitchFamily="49" charset="0"/>
              </a:rPr>
            </a:br>
            <a:r>
              <a:rPr sz="1200" dirty="0">
                <a:latin typeface="IBM Plex Mono Light" panose="020B0409050203000203" pitchFamily="49" charset="0"/>
              </a:rPr>
              <a:t>         balance     </a:t>
            </a:r>
            <a:r>
              <a:rPr sz="1200" dirty="0">
                <a:solidFill>
                  <a:srgbClr val="902000"/>
                </a:solidFill>
                <a:latin typeface="IBM Plex Mono Light" panose="020B0409050203000203" pitchFamily="49" charset="0"/>
              </a:rPr>
              <a:t>DECIMAL</a:t>
            </a:r>
            <a:r>
              <a:rPr sz="1200" dirty="0">
                <a:latin typeface="IBM Plex Mono Light" panose="020B0409050203000203" pitchFamily="49" charset="0"/>
              </a:rPr>
              <a:t>(</a:t>
            </a:r>
            <a:r>
              <a:rPr sz="1200" dirty="0">
                <a:solidFill>
                  <a:srgbClr val="40A070"/>
                </a:solidFill>
                <a:latin typeface="IBM Plex Mono Light" panose="020B0409050203000203" pitchFamily="49" charset="0"/>
              </a:rPr>
              <a:t>15</a:t>
            </a:r>
            <a:r>
              <a:rPr sz="1200" dirty="0">
                <a:latin typeface="IBM Plex Mono Light" panose="020B0409050203000203" pitchFamily="49" charset="0"/>
              </a:rPr>
              <a:t>,</a:t>
            </a:r>
            <a:r>
              <a:rPr sz="1200" dirty="0">
                <a:solidFill>
                  <a:srgbClr val="40A070"/>
                </a:solidFill>
                <a:latin typeface="IBM Plex Mono Light" panose="020B0409050203000203" pitchFamily="49" charset="0"/>
              </a:rPr>
              <a:t>2</a:t>
            </a:r>
            <a:r>
              <a:rPr sz="1200" dirty="0">
                <a:latin typeface="IBM Plex Mono Light" panose="020B0409050203000203" pitchFamily="49" charset="0"/>
              </a:rPr>
              <a:t>),</a:t>
            </a:r>
            <a:br>
              <a:rPr sz="1200" dirty="0">
                <a:latin typeface="IBM Plex Mono Light" panose="020B0409050203000203" pitchFamily="49" charset="0"/>
              </a:rPr>
            </a:br>
            <a:r>
              <a:rPr sz="1200" dirty="0">
                <a:latin typeface="IBM Plex Mono Light" panose="020B0409050203000203" pitchFamily="49" charset="0"/>
              </a:rPr>
              <a:t>         </a:t>
            </a:r>
            <a:r>
              <a:rPr sz="1200" dirty="0" err="1">
                <a:latin typeface="IBM Plex Mono Light" panose="020B0409050203000203" pitchFamily="49" charset="0"/>
              </a:rPr>
              <a:t>last_update</a:t>
            </a:r>
            <a:r>
              <a:rPr sz="1200" dirty="0">
                <a:latin typeface="IBM Plex Mono Light" panose="020B0409050203000203" pitchFamily="49" charset="0"/>
              </a:rPr>
              <a:t> </a:t>
            </a:r>
            <a:r>
              <a:rPr sz="1200" dirty="0">
                <a:solidFill>
                  <a:srgbClr val="902000"/>
                </a:solidFill>
                <a:latin typeface="IBM Plex Mono Light" panose="020B0409050203000203" pitchFamily="49" charset="0"/>
              </a:rPr>
              <a:t>DATE</a:t>
            </a:r>
            <a:br>
              <a:rPr sz="1200" dirty="0">
                <a:latin typeface="IBM Plex Mono Light" panose="020B0409050203000203" pitchFamily="49" charset="0"/>
              </a:rPr>
            </a:br>
            <a:r>
              <a:rPr sz="1200" dirty="0">
                <a:latin typeface="IBM Plex Mono Light" panose="020B0409050203000203" pitchFamily="49" charset="0"/>
              </a:rPr>
              <a:t>       );</a:t>
            </a:r>
          </a:p>
          <a:p>
            <a:pPr marL="0" lvl="0" indent="0">
              <a:lnSpc>
                <a:spcPct val="100000"/>
              </a:lnSpc>
              <a:buNone/>
            </a:pPr>
            <a:r>
              <a:rPr sz="1200" b="1" dirty="0">
                <a:latin typeface="IBM Plex Mono Light" panose="020B0409050203000203" pitchFamily="49" charset="0"/>
              </a:rPr>
              <a:t>Demo Ready:</a:t>
            </a:r>
            <a:r>
              <a:rPr sz="1200" dirty="0">
                <a:latin typeface="IBM Plex Mono Light" panose="020B0409050203000203" pitchFamily="49" charset="0"/>
              </a:rPr>
              <a:t> APF list query, RACF profile lookup, flat file reading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dirty="0"/>
              <a:t>Database Utilities</a:t>
            </a:r>
            <a:br>
              <a:rPr lang="en-US" dirty="0"/>
            </a:br>
            <a:r>
              <a:rPr kumimoji="0" lang="en-US" sz="135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BM Plex Sans Light"/>
                <a:ea typeface="+mj-ea"/>
                <a:cs typeface="+mj-cs"/>
                <a:sym typeface="IBM Plex Sans Light"/>
              </a:rPr>
              <a:t>Automate common DBA tasks and make them easier accessible for end users</a:t>
            </a:r>
            <a:br>
              <a:rPr kumimoji="0" lang="en-US" sz="135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BM Plex Sans Light"/>
                <a:ea typeface="+mj-ea"/>
                <a:cs typeface="+mj-cs"/>
                <a:sym typeface="IBM Plex Sans Light"/>
              </a:rPr>
            </a:b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lnSpc>
                <a:spcPct val="100000"/>
              </a:lnSpc>
              <a:buNone/>
            </a:pPr>
            <a:r>
              <a:rPr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-- Run statistics on multiple tables</a:t>
            </a:r>
            <a:br>
              <a:rPr sz="1200" dirty="0">
                <a:latin typeface="IBM Plex Mono Light" panose="020B0409050203000203" pitchFamily="49" charset="0"/>
              </a:rPr>
            </a:br>
            <a:r>
              <a:rPr sz="1200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CALL</a:t>
            </a:r>
            <a:r>
              <a:rPr sz="1200" dirty="0">
                <a:latin typeface="IBM Plex Mono Light" panose="020B0409050203000203" pitchFamily="49" charset="0"/>
              </a:rPr>
              <a:t> RUNSTATS(</a:t>
            </a:r>
            <a:r>
              <a:rPr sz="1200" dirty="0">
                <a:solidFill>
                  <a:srgbClr val="4070A0"/>
                </a:solidFill>
                <a:latin typeface="IBM Plex Mono Light" panose="020B0409050203000203" pitchFamily="49" charset="0"/>
              </a:rPr>
              <a:t>'PROD.%'</a:t>
            </a:r>
            <a:r>
              <a:rPr sz="1200" dirty="0">
                <a:latin typeface="IBM Plex Mono Light" panose="020B0409050203000203" pitchFamily="49" charset="0"/>
              </a:rPr>
              <a:t>, </a:t>
            </a:r>
            <a:r>
              <a:rPr sz="1200" dirty="0">
                <a:solidFill>
                  <a:srgbClr val="4070A0"/>
                </a:solidFill>
                <a:latin typeface="IBM Plex Mono Light" panose="020B0409050203000203" pitchFamily="49" charset="0"/>
              </a:rPr>
              <a:t>'TABLE SHRLEVEL CHANGE'</a:t>
            </a:r>
            <a:r>
              <a:rPr sz="1200" dirty="0">
                <a:latin typeface="IBM Plex Mono Light" panose="020B0409050203000203" pitchFamily="49" charset="0"/>
              </a:rPr>
              <a:t>);</a:t>
            </a:r>
            <a:br>
              <a:rPr sz="1200" dirty="0">
                <a:latin typeface="IBM Plex Mono Light" panose="020B0409050203000203" pitchFamily="49" charset="0"/>
              </a:rPr>
            </a:br>
            <a:br>
              <a:rPr sz="1200" dirty="0">
                <a:latin typeface="IBM Plex Mono Light" panose="020B0409050203000203" pitchFamily="49" charset="0"/>
              </a:rPr>
            </a:br>
            <a:r>
              <a:rPr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-- Copy table across databases</a:t>
            </a:r>
            <a:br>
              <a:rPr sz="1200" dirty="0">
                <a:latin typeface="IBM Plex Mono Light" panose="020B0409050203000203" pitchFamily="49" charset="0"/>
              </a:rPr>
            </a:br>
            <a:r>
              <a:rPr sz="1200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CALL</a:t>
            </a:r>
            <a:r>
              <a:rPr sz="1200" dirty="0">
                <a:latin typeface="IBM Plex Mono Light" panose="020B0409050203000203" pitchFamily="49" charset="0"/>
              </a:rPr>
              <a:t> CROSSLOAD(</a:t>
            </a:r>
            <a:br>
              <a:rPr sz="1200" dirty="0">
                <a:latin typeface="IBM Plex Mono Light" panose="020B0409050203000203" pitchFamily="49" charset="0"/>
              </a:rPr>
            </a:br>
            <a:r>
              <a:rPr sz="1200" dirty="0">
                <a:latin typeface="IBM Plex Mono Light" panose="020B0409050203000203" pitchFamily="49" charset="0"/>
              </a:rPr>
              <a:t>  </a:t>
            </a:r>
            <a:r>
              <a:rPr sz="1200" dirty="0">
                <a:solidFill>
                  <a:srgbClr val="4070A0"/>
                </a:solidFill>
                <a:latin typeface="IBM Plex Mono Light" panose="020B0409050203000203" pitchFamily="49" charset="0"/>
              </a:rPr>
              <a:t>'PROD.SCHEMA.CUSTOMER'</a:t>
            </a:r>
            <a:r>
              <a:rPr sz="1200" dirty="0">
                <a:latin typeface="IBM Plex Mono Light" panose="020B0409050203000203" pitchFamily="49" charset="0"/>
              </a:rPr>
              <a:t>,</a:t>
            </a:r>
            <a:br>
              <a:rPr sz="1200" dirty="0">
                <a:latin typeface="IBM Plex Mono Light" panose="020B0409050203000203" pitchFamily="49" charset="0"/>
              </a:rPr>
            </a:br>
            <a:r>
              <a:rPr sz="1200" dirty="0">
                <a:latin typeface="IBM Plex Mono Light" panose="020B0409050203000203" pitchFamily="49" charset="0"/>
              </a:rPr>
              <a:t>  </a:t>
            </a:r>
            <a:r>
              <a:rPr sz="1200" dirty="0">
                <a:solidFill>
                  <a:srgbClr val="4070A0"/>
                </a:solidFill>
                <a:latin typeface="IBM Plex Mono Light" panose="020B0409050203000203" pitchFamily="49" charset="0"/>
              </a:rPr>
              <a:t>'TEST.SCHEMA.CUSTOMER'</a:t>
            </a:r>
            <a:r>
              <a:rPr sz="1200" dirty="0">
                <a:latin typeface="IBM Plex Mono Light" panose="020B0409050203000203" pitchFamily="49" charset="0"/>
              </a:rPr>
              <a:t>,</a:t>
            </a:r>
            <a:br>
              <a:rPr sz="1200" dirty="0">
                <a:latin typeface="IBM Plex Mono Light" panose="020B0409050203000203" pitchFamily="49" charset="0"/>
              </a:rPr>
            </a:br>
            <a:r>
              <a:rPr sz="1200" dirty="0">
                <a:latin typeface="IBM Plex Mono Light" panose="020B0409050203000203" pitchFamily="49" charset="0"/>
              </a:rPr>
              <a:t>  </a:t>
            </a:r>
            <a:r>
              <a:rPr sz="1200" dirty="0">
                <a:solidFill>
                  <a:srgbClr val="4070A0"/>
                </a:solidFill>
                <a:latin typeface="IBM Plex Mono Light" panose="020B0409050203000203" pitchFamily="49" charset="0"/>
              </a:rPr>
              <a:t>'DALLASPD'</a:t>
            </a:r>
            <a:r>
              <a:rPr sz="1200" dirty="0">
                <a:latin typeface="IBM Plex Mono Light" panose="020B0409050203000203" pitchFamily="49" charset="0"/>
              </a:rPr>
              <a:t>,</a:t>
            </a:r>
            <a:br>
              <a:rPr sz="1200" dirty="0">
                <a:latin typeface="IBM Plex Mono Light" panose="020B0409050203000203" pitchFamily="49" charset="0"/>
              </a:rPr>
            </a:br>
            <a:r>
              <a:rPr sz="1200" dirty="0">
                <a:latin typeface="IBM Plex Mono Light" panose="020B0409050203000203" pitchFamily="49" charset="0"/>
              </a:rPr>
              <a:t>  </a:t>
            </a:r>
            <a:r>
              <a:rPr sz="1200" dirty="0">
                <a:solidFill>
                  <a:srgbClr val="4070A0"/>
                </a:solidFill>
                <a:latin typeface="IBM Plex Mono Light" panose="020B0409050203000203" pitchFamily="49" charset="0"/>
              </a:rPr>
              <a:t>'DALLASTD'</a:t>
            </a:r>
            <a:br>
              <a:rPr sz="1200" dirty="0">
                <a:latin typeface="IBM Plex Mono Light" panose="020B0409050203000203" pitchFamily="49" charset="0"/>
              </a:rPr>
            </a:br>
            <a:r>
              <a:rPr sz="1200" dirty="0">
                <a:latin typeface="IBM Plex Mono Light" panose="020B0409050203000203" pitchFamily="49" charset="0"/>
              </a:rPr>
              <a:t>);</a:t>
            </a:r>
            <a:br>
              <a:rPr sz="1200" dirty="0">
                <a:latin typeface="IBM Plex Mono Light" panose="020B0409050203000203" pitchFamily="49" charset="0"/>
              </a:rPr>
            </a:br>
            <a:br>
              <a:rPr sz="1200" dirty="0">
                <a:latin typeface="IBM Plex Mono Light" panose="020B0409050203000203" pitchFamily="49" charset="0"/>
              </a:rPr>
            </a:br>
            <a:r>
              <a:rPr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-- Submit JCL and capture output</a:t>
            </a:r>
            <a:br>
              <a:rPr sz="1200" dirty="0">
                <a:latin typeface="IBM Plex Mono Light" panose="020B0409050203000203" pitchFamily="49" charset="0"/>
              </a:rPr>
            </a:br>
            <a:r>
              <a:rPr sz="1200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SELECT</a:t>
            </a:r>
            <a:r>
              <a:rPr sz="1200" dirty="0">
                <a:latin typeface="IBM Plex Mono Light" panose="020B0409050203000203" pitchFamily="49" charset="0"/>
              </a:rPr>
              <a:t> </a:t>
            </a:r>
            <a:r>
              <a:rPr sz="1200" dirty="0" err="1">
                <a:latin typeface="IBM Plex Mono Light" panose="020B0409050203000203" pitchFamily="49" charset="0"/>
              </a:rPr>
              <a:t>line_number</a:t>
            </a:r>
            <a:r>
              <a:rPr sz="1200" dirty="0">
                <a:latin typeface="IBM Plex Mono Light" panose="020B0409050203000203" pitchFamily="49" charset="0"/>
              </a:rPr>
              <a:t>, </a:t>
            </a:r>
            <a:r>
              <a:rPr sz="1200" dirty="0" err="1">
                <a:latin typeface="IBM Plex Mono Light" panose="020B0409050203000203" pitchFamily="49" charset="0"/>
              </a:rPr>
              <a:t>line_text</a:t>
            </a:r>
            <a:br>
              <a:rPr sz="1200" dirty="0">
                <a:latin typeface="IBM Plex Mono Light" panose="020B0409050203000203" pitchFamily="49" charset="0"/>
              </a:rPr>
            </a:br>
            <a:r>
              <a:rPr sz="1200" dirty="0">
                <a:latin typeface="IBM Plex Mono Light" panose="020B0409050203000203" pitchFamily="49" charset="0"/>
              </a:rPr>
              <a:t>  </a:t>
            </a:r>
            <a:r>
              <a:rPr sz="1200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FROM</a:t>
            </a:r>
            <a:r>
              <a:rPr sz="1200" dirty="0">
                <a:latin typeface="IBM Plex Mono Light" panose="020B0409050203000203" pitchFamily="49" charset="0"/>
              </a:rPr>
              <a:t> </a:t>
            </a:r>
            <a:r>
              <a:rPr sz="1200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TABLE</a:t>
            </a:r>
            <a:r>
              <a:rPr sz="1200" dirty="0">
                <a:latin typeface="IBM Plex Mono Light" panose="020B0409050203000203" pitchFamily="49" charset="0"/>
              </a:rPr>
              <a:t>(SUBMIT_T(</a:t>
            </a:r>
            <a:r>
              <a:rPr sz="1200" dirty="0">
                <a:solidFill>
                  <a:srgbClr val="4070A0"/>
                </a:solidFill>
                <a:latin typeface="IBM Plex Mono Light" panose="020B0409050203000203" pitchFamily="49" charset="0"/>
              </a:rPr>
              <a:t>'//BACKUP JOB ...</a:t>
            </a:r>
            <a:br>
              <a:rPr sz="1200" dirty="0">
                <a:latin typeface="IBM Plex Mono Light" panose="020B0409050203000203" pitchFamily="49" charset="0"/>
              </a:rPr>
            </a:br>
            <a:r>
              <a:rPr sz="1200" dirty="0">
                <a:solidFill>
                  <a:srgbClr val="4070A0"/>
                </a:solidFill>
                <a:latin typeface="IBM Plex Mono Light" panose="020B0409050203000203" pitchFamily="49" charset="0"/>
              </a:rPr>
              <a:t>//STEP1 EXEC PGM=IEBGENER</a:t>
            </a:r>
            <a:br>
              <a:rPr sz="1200" dirty="0">
                <a:latin typeface="IBM Plex Mono Light" panose="020B0409050203000203" pitchFamily="49" charset="0"/>
              </a:rPr>
            </a:br>
            <a:r>
              <a:rPr sz="1200" dirty="0">
                <a:solidFill>
                  <a:srgbClr val="4070A0"/>
                </a:solidFill>
                <a:latin typeface="IBM Plex Mono Light" panose="020B0409050203000203" pitchFamily="49" charset="0"/>
              </a:rPr>
              <a:t>//'</a:t>
            </a:r>
            <a:r>
              <a:rPr sz="1200" dirty="0">
                <a:latin typeface="IBM Plex Mono Light" panose="020B0409050203000203" pitchFamily="49" charset="0"/>
              </a:rPr>
              <a:t>)) </a:t>
            </a:r>
            <a:r>
              <a:rPr sz="1200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AS</a:t>
            </a:r>
            <a:r>
              <a:rPr sz="1200" dirty="0">
                <a:latin typeface="IBM Plex Mono Light" panose="020B0409050203000203" pitchFamily="49" charset="0"/>
              </a:rPr>
              <a:t> T</a:t>
            </a:r>
            <a:br>
              <a:rPr sz="1200" dirty="0">
                <a:latin typeface="IBM Plex Mono Light" panose="020B0409050203000203" pitchFamily="49" charset="0"/>
              </a:rPr>
            </a:br>
            <a:r>
              <a:rPr sz="1200" dirty="0">
                <a:latin typeface="IBM Plex Mono Light" panose="020B0409050203000203" pitchFamily="49" charset="0"/>
              </a:rPr>
              <a:t> </a:t>
            </a:r>
            <a:r>
              <a:rPr sz="1200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WHERE</a:t>
            </a:r>
            <a:r>
              <a:rPr sz="1200" dirty="0">
                <a:latin typeface="IBM Plex Mono Light" panose="020B0409050203000203" pitchFamily="49" charset="0"/>
              </a:rPr>
              <a:t> </a:t>
            </a:r>
            <a:r>
              <a:rPr sz="1200" dirty="0" err="1">
                <a:latin typeface="IBM Plex Mono Light" panose="020B0409050203000203" pitchFamily="49" charset="0"/>
              </a:rPr>
              <a:t>line_text</a:t>
            </a:r>
            <a:r>
              <a:rPr sz="1200" dirty="0">
                <a:latin typeface="IBM Plex Mono Light" panose="020B0409050203000203" pitchFamily="49" charset="0"/>
              </a:rPr>
              <a:t> </a:t>
            </a:r>
            <a:r>
              <a:rPr sz="1200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LIKE</a:t>
            </a:r>
            <a:r>
              <a:rPr sz="1200" dirty="0">
                <a:latin typeface="IBM Plex Mono Light" panose="020B0409050203000203" pitchFamily="49" charset="0"/>
              </a:rPr>
              <a:t> </a:t>
            </a:r>
            <a:r>
              <a:rPr sz="1200" dirty="0">
                <a:solidFill>
                  <a:srgbClr val="4070A0"/>
                </a:solidFill>
                <a:latin typeface="IBM Plex Mono Light" panose="020B0409050203000203" pitchFamily="49" charset="0"/>
              </a:rPr>
              <a:t>'%ERROR%'</a:t>
            </a:r>
            <a:r>
              <a:rPr sz="1200" dirty="0">
                <a:latin typeface="IBM Plex Mono Light" panose="020B0409050203000203" pitchFamily="49" charset="0"/>
              </a:rPr>
              <a:t>;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CSV Unload: </a:t>
            </a:r>
            <a:r>
              <a:rPr dirty="0"/>
              <a:t>Purpose &amp; Technical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1" indent="0">
              <a:buNone/>
            </a:pPr>
            <a:r>
              <a:rPr lang="en-US" dirty="0"/>
              <a:t>Native Db2 for z/OS UNLOAD utility can produce CSV, but without format flexibility</a:t>
            </a:r>
          </a:p>
          <a:p>
            <a:pPr lvl="1"/>
            <a:endParaRPr lang="en-US" dirty="0"/>
          </a:p>
          <a:p>
            <a:pPr marL="0" lvl="1" indent="0">
              <a:buNone/>
            </a:pPr>
            <a:r>
              <a:rPr lang="en-US" dirty="0"/>
              <a:t>This Java UDF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dirty="0"/>
              <a:t>Extends Db2 for z/OS beyond native utility-style unload flows when immediate CSV output is required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dirty="0"/>
              <a:t>Fits ad hoc extract, operational reporting, and downstream file handoff scenarios</a:t>
            </a:r>
            <a:endParaRPr lang="en-US" dirty="0"/>
          </a:p>
          <a:p>
            <a:pPr lvl="1">
              <a:buFont typeface="Wingdings" panose="05000000000000000000" pitchFamily="2" charset="2"/>
              <a:buChar char="§"/>
            </a:pPr>
            <a:endParaRPr dirty="0"/>
          </a:p>
          <a:p>
            <a:pPr lvl="0"/>
            <a:r>
              <a:rPr dirty="0"/>
              <a:t>Key capabilities</a:t>
            </a:r>
            <a:r>
              <a:rPr lang="en-US" dirty="0"/>
              <a:t>:</a:t>
            </a:r>
            <a:endParaRPr dirty="0"/>
          </a:p>
          <a:p>
            <a:pPr lvl="1">
              <a:buFont typeface="Wingdings" panose="05000000000000000000" pitchFamily="2" charset="2"/>
              <a:buChar char="§"/>
            </a:pPr>
            <a:r>
              <a:rPr dirty="0"/>
              <a:t>Executes caller-supplied dynamic </a:t>
            </a:r>
            <a:r>
              <a:rPr dirty="0">
                <a:latin typeface="Courier"/>
              </a:rPr>
              <a:t>SELECT</a:t>
            </a:r>
            <a:r>
              <a:rPr dirty="0"/>
              <a:t> </a:t>
            </a:r>
            <a:endParaRPr lang="en-US" dirty="0"/>
          </a:p>
          <a:p>
            <a:pPr lvl="1">
              <a:buFont typeface="Wingdings" panose="05000000000000000000" pitchFamily="2" charset="2"/>
              <a:buChar char="§"/>
            </a:pPr>
            <a:r>
              <a:rPr dirty="0"/>
              <a:t>Supports USS paths and MVS data set targets</a:t>
            </a:r>
            <a:endParaRPr lang="en-US" dirty="0"/>
          </a:p>
          <a:p>
            <a:pPr lvl="1">
              <a:buFont typeface="Wingdings" panose="05000000000000000000" pitchFamily="2" charset="2"/>
              <a:buChar char="§"/>
            </a:pPr>
            <a:r>
              <a:rPr dirty="0"/>
              <a:t>Supports predefined Apache Commons CSV formats and custom </a:t>
            </a:r>
            <a:r>
              <a:rPr dirty="0">
                <a:latin typeface="Courier"/>
              </a:rPr>
              <a:t>key=value</a:t>
            </a:r>
            <a:r>
              <a:rPr dirty="0"/>
              <a:t> format </a:t>
            </a:r>
            <a:r>
              <a:rPr lang="en-US" dirty="0"/>
              <a:t>specs</a:t>
            </a:r>
            <a:endParaRPr dirty="0"/>
          </a:p>
          <a:p>
            <a:pPr lvl="1">
              <a:buFont typeface="Wingdings" panose="05000000000000000000" pitchFamily="2" charset="2"/>
              <a:buChar char="§"/>
            </a:pPr>
            <a:r>
              <a:rPr dirty="0"/>
              <a:t>Applies CCSID-aware output encoding</a:t>
            </a:r>
            <a:r>
              <a:rPr lang="en-US" dirty="0"/>
              <a:t> and t</a:t>
            </a:r>
            <a:r>
              <a:rPr dirty="0"/>
              <a:t>ags USS files with the requested CCSID </a:t>
            </a:r>
            <a:endParaRPr lang="en-US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CSV Unload</a:t>
            </a:r>
            <a:r>
              <a:rPr dirty="0"/>
              <a:t>: Usage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numCol="2"/>
          <a:lstStyle/>
          <a:p>
            <a:pPr marL="0" lvl="1" indent="0">
              <a:lnSpc>
                <a:spcPct val="100000"/>
              </a:lnSpc>
              <a:buNone/>
            </a:pPr>
            <a:r>
              <a:rPr lang="en-US" sz="1100" i="1" dirty="0">
                <a:solidFill>
                  <a:srgbClr val="00B0F0"/>
                </a:solidFill>
                <a:latin typeface="Courier"/>
              </a:rPr>
              <a:t>-- </a:t>
            </a:r>
            <a:r>
              <a:rPr sz="1100" i="1" dirty="0">
                <a:solidFill>
                  <a:srgbClr val="00B0F0"/>
                </a:solidFill>
                <a:latin typeface="Courier"/>
              </a:rPr>
              <a:t>Default invocation</a:t>
            </a:r>
            <a:endParaRPr lang="en-US" sz="1100" i="1" dirty="0">
              <a:solidFill>
                <a:srgbClr val="00B0F0"/>
              </a:solidFill>
              <a:latin typeface="Courier"/>
            </a:endParaRPr>
          </a:p>
          <a:p>
            <a:pPr marL="0" lvl="1" indent="0">
              <a:lnSpc>
                <a:spcPct val="100000"/>
              </a:lnSpc>
              <a:buNone/>
            </a:pPr>
            <a:r>
              <a:rPr sz="1100" b="1" dirty="0">
                <a:solidFill>
                  <a:srgbClr val="007020"/>
                </a:solidFill>
                <a:latin typeface="Courier"/>
              </a:rPr>
              <a:t>SELECT</a:t>
            </a:r>
            <a:r>
              <a:rPr sz="1100" dirty="0">
                <a:latin typeface="Courier"/>
              </a:rPr>
              <a:t> UNLOADCSV(</a:t>
            </a:r>
            <a:br>
              <a:rPr sz="1100" dirty="0"/>
            </a:br>
            <a:r>
              <a:rPr sz="1100" dirty="0">
                <a:latin typeface="Courier"/>
              </a:rPr>
              <a:t>  </a:t>
            </a:r>
            <a:r>
              <a:rPr sz="1100" dirty="0">
                <a:solidFill>
                  <a:srgbClr val="4070A0"/>
                </a:solidFill>
                <a:latin typeface="Courier"/>
              </a:rPr>
              <a:t>'SELECT EMPNO, LASTNAME, WORKDEPT</a:t>
            </a:r>
            <a:br>
              <a:rPr lang="en-US" sz="1100" dirty="0">
                <a:solidFill>
                  <a:srgbClr val="4070A0"/>
                </a:solidFill>
                <a:latin typeface="Courier"/>
              </a:rPr>
            </a:br>
            <a:r>
              <a:rPr lang="en-US" sz="1100" dirty="0">
                <a:solidFill>
                  <a:srgbClr val="4070A0"/>
                </a:solidFill>
                <a:latin typeface="Courier"/>
              </a:rPr>
              <a:t>     </a:t>
            </a:r>
            <a:r>
              <a:rPr sz="1100" dirty="0">
                <a:solidFill>
                  <a:srgbClr val="4070A0"/>
                </a:solidFill>
                <a:latin typeface="Courier"/>
              </a:rPr>
              <a:t>FROM DSN81310.EMP'</a:t>
            </a:r>
            <a:r>
              <a:rPr sz="1100" dirty="0">
                <a:latin typeface="Courier"/>
              </a:rPr>
              <a:t>,</a:t>
            </a:r>
            <a:br>
              <a:rPr sz="1100" dirty="0"/>
            </a:br>
            <a:r>
              <a:rPr sz="1100" dirty="0">
                <a:latin typeface="Courier"/>
              </a:rPr>
              <a:t>  </a:t>
            </a:r>
            <a:r>
              <a:rPr sz="1100" dirty="0">
                <a:solidFill>
                  <a:srgbClr val="4070A0"/>
                </a:solidFill>
                <a:latin typeface="Courier"/>
              </a:rPr>
              <a:t>'/u/</a:t>
            </a:r>
            <a:r>
              <a:rPr sz="1100" dirty="0" err="1">
                <a:solidFill>
                  <a:srgbClr val="4070A0"/>
                </a:solidFill>
                <a:latin typeface="Courier"/>
              </a:rPr>
              <a:t>adcdmst</a:t>
            </a:r>
            <a:r>
              <a:rPr sz="1100" dirty="0">
                <a:solidFill>
                  <a:srgbClr val="4070A0"/>
                </a:solidFill>
                <a:latin typeface="Courier"/>
              </a:rPr>
              <a:t>/emp.csv'</a:t>
            </a:r>
            <a:r>
              <a:rPr sz="1100" dirty="0">
                <a:latin typeface="Courier"/>
              </a:rPr>
              <a:t>)</a:t>
            </a:r>
            <a:br>
              <a:rPr sz="1100" dirty="0"/>
            </a:br>
            <a:r>
              <a:rPr sz="1100" dirty="0">
                <a:latin typeface="Courier"/>
              </a:rPr>
              <a:t>  </a:t>
            </a:r>
            <a:r>
              <a:rPr sz="1100" b="1" dirty="0">
                <a:solidFill>
                  <a:srgbClr val="007020"/>
                </a:solidFill>
                <a:latin typeface="Courier"/>
              </a:rPr>
              <a:t>FROM</a:t>
            </a:r>
            <a:r>
              <a:rPr sz="1100" dirty="0">
                <a:latin typeface="Courier"/>
              </a:rPr>
              <a:t> SYSIBM.SYSDUMMYU;</a:t>
            </a:r>
            <a:endParaRPr lang="en-US" sz="1100" dirty="0">
              <a:latin typeface="Courier"/>
            </a:endParaRPr>
          </a:p>
          <a:p>
            <a:pPr marL="0" lvl="1" indent="0">
              <a:lnSpc>
                <a:spcPct val="100000"/>
              </a:lnSpc>
              <a:buNone/>
            </a:pPr>
            <a:br>
              <a:rPr lang="en-US" sz="1100" b="1" dirty="0">
                <a:solidFill>
                  <a:srgbClr val="007020"/>
                </a:solidFill>
                <a:latin typeface="Courier"/>
              </a:rPr>
            </a:br>
            <a:br>
              <a:rPr lang="en-US" sz="1100" b="1" dirty="0">
                <a:solidFill>
                  <a:srgbClr val="007020"/>
                </a:solidFill>
                <a:latin typeface="Courier"/>
              </a:rPr>
            </a:br>
            <a:br>
              <a:rPr lang="en-US" sz="1100" b="1" dirty="0">
                <a:solidFill>
                  <a:srgbClr val="007020"/>
                </a:solidFill>
                <a:latin typeface="Courier"/>
              </a:rPr>
            </a:br>
            <a:endParaRPr lang="en-US" sz="1100" b="1" dirty="0">
              <a:solidFill>
                <a:srgbClr val="007020"/>
              </a:solidFill>
              <a:latin typeface="Courier"/>
            </a:endParaRPr>
          </a:p>
          <a:p>
            <a:pPr marL="0" lvl="1" indent="0">
              <a:lnSpc>
                <a:spcPct val="100000"/>
              </a:lnSpc>
              <a:buNone/>
            </a:pPr>
            <a:r>
              <a:rPr lang="en-US" sz="1100" i="1" dirty="0">
                <a:solidFill>
                  <a:srgbClr val="00B0F0"/>
                </a:solidFill>
                <a:latin typeface="Courier"/>
              </a:rPr>
              <a:t>-- Extended invocation: format and CCSID specs</a:t>
            </a:r>
          </a:p>
          <a:p>
            <a:pPr marL="0" lvl="1" indent="0">
              <a:lnSpc>
                <a:spcPct val="100000"/>
              </a:lnSpc>
              <a:buNone/>
            </a:pPr>
            <a:r>
              <a:rPr sz="1100" b="1" dirty="0">
                <a:solidFill>
                  <a:srgbClr val="007020"/>
                </a:solidFill>
                <a:latin typeface="Courier"/>
              </a:rPr>
              <a:t>SELECT</a:t>
            </a:r>
            <a:r>
              <a:rPr sz="1100" dirty="0">
                <a:latin typeface="Courier"/>
              </a:rPr>
              <a:t> UNLOADCSV(</a:t>
            </a:r>
            <a:br>
              <a:rPr sz="1100" dirty="0"/>
            </a:br>
            <a:r>
              <a:rPr sz="1100" dirty="0">
                <a:latin typeface="Courier"/>
              </a:rPr>
              <a:t>         </a:t>
            </a:r>
            <a:r>
              <a:rPr sz="1100" dirty="0">
                <a:solidFill>
                  <a:srgbClr val="4070A0"/>
                </a:solidFill>
                <a:latin typeface="Courier"/>
              </a:rPr>
              <a:t>'SELECT * FROM SYSIBM.SYSTABLES'</a:t>
            </a:r>
            <a:r>
              <a:rPr sz="1100" dirty="0">
                <a:latin typeface="Courier"/>
              </a:rPr>
              <a:t>,</a:t>
            </a:r>
            <a:br>
              <a:rPr sz="1100" dirty="0"/>
            </a:br>
            <a:r>
              <a:rPr sz="1100" dirty="0">
                <a:latin typeface="Courier"/>
              </a:rPr>
              <a:t>         </a:t>
            </a:r>
            <a:r>
              <a:rPr sz="1100" dirty="0">
                <a:solidFill>
                  <a:srgbClr val="4070A0"/>
                </a:solidFill>
                <a:latin typeface="Courier"/>
              </a:rPr>
              <a:t>'/u/</a:t>
            </a:r>
            <a:r>
              <a:rPr sz="1100" dirty="0" err="1">
                <a:solidFill>
                  <a:srgbClr val="4070A0"/>
                </a:solidFill>
                <a:latin typeface="Courier"/>
              </a:rPr>
              <a:t>adcdmst</a:t>
            </a:r>
            <a:r>
              <a:rPr sz="1100" dirty="0">
                <a:solidFill>
                  <a:srgbClr val="4070A0"/>
                </a:solidFill>
                <a:latin typeface="Courier"/>
              </a:rPr>
              <a:t>/systables.csv'</a:t>
            </a:r>
            <a:r>
              <a:rPr sz="1100" dirty="0">
                <a:latin typeface="Courier"/>
              </a:rPr>
              <a:t>,</a:t>
            </a:r>
            <a:br>
              <a:rPr sz="1100" dirty="0"/>
            </a:br>
            <a:r>
              <a:rPr sz="1100" dirty="0">
                <a:latin typeface="Courier"/>
              </a:rPr>
              <a:t>         </a:t>
            </a:r>
            <a:r>
              <a:rPr sz="1100" dirty="0">
                <a:solidFill>
                  <a:srgbClr val="4070A0"/>
                </a:solidFill>
                <a:latin typeface="Courier"/>
              </a:rPr>
              <a:t>'RFC4180'</a:t>
            </a:r>
            <a:r>
              <a:rPr sz="1100" dirty="0">
                <a:latin typeface="Courier"/>
              </a:rPr>
              <a:t>,</a:t>
            </a:r>
            <a:br>
              <a:rPr sz="1100" dirty="0"/>
            </a:br>
            <a:r>
              <a:rPr sz="1100" dirty="0">
                <a:latin typeface="Courier"/>
              </a:rPr>
              <a:t>         </a:t>
            </a:r>
            <a:r>
              <a:rPr sz="1100" dirty="0">
                <a:solidFill>
                  <a:srgbClr val="40A070"/>
                </a:solidFill>
                <a:latin typeface="Courier"/>
              </a:rPr>
              <a:t>1208</a:t>
            </a:r>
            <a:r>
              <a:rPr sz="1100" dirty="0">
                <a:latin typeface="Courier"/>
              </a:rPr>
              <a:t>,</a:t>
            </a:r>
            <a:br>
              <a:rPr sz="1100" dirty="0"/>
            </a:br>
            <a:r>
              <a:rPr sz="1100" dirty="0">
                <a:latin typeface="Courier"/>
              </a:rPr>
              <a:t>         </a:t>
            </a:r>
            <a:r>
              <a:rPr sz="1100" dirty="0">
                <a:solidFill>
                  <a:srgbClr val="4070A0"/>
                </a:solidFill>
                <a:latin typeface="Courier"/>
              </a:rPr>
              <a:t>'N'</a:t>
            </a:r>
            <a:r>
              <a:rPr sz="1100" dirty="0">
                <a:latin typeface="Courier"/>
              </a:rPr>
              <a:t>)</a:t>
            </a:r>
            <a:br>
              <a:rPr sz="1100" dirty="0"/>
            </a:br>
            <a:r>
              <a:rPr sz="1100" dirty="0">
                <a:latin typeface="Courier"/>
              </a:rPr>
              <a:t>  </a:t>
            </a:r>
            <a:r>
              <a:rPr sz="1100" b="1" dirty="0">
                <a:solidFill>
                  <a:srgbClr val="007020"/>
                </a:solidFill>
                <a:latin typeface="Courier"/>
              </a:rPr>
              <a:t>FROM</a:t>
            </a:r>
            <a:r>
              <a:rPr sz="1100" dirty="0">
                <a:latin typeface="Courier"/>
              </a:rPr>
              <a:t> SYSIBM.SYSDUMMYU;</a:t>
            </a:r>
            <a:br>
              <a:rPr lang="en-US" sz="1100" dirty="0">
                <a:latin typeface="Courier"/>
              </a:rPr>
            </a:br>
            <a:br>
              <a:rPr lang="en-US" sz="1100" dirty="0">
                <a:latin typeface="Courier"/>
              </a:rPr>
            </a:br>
            <a:r>
              <a:rPr lang="en-US" sz="1100" i="1" dirty="0">
                <a:solidFill>
                  <a:srgbClr val="00B0F0"/>
                </a:solidFill>
                <a:latin typeface="Courier"/>
              </a:rPr>
              <a:t>-- Custom format invocation</a:t>
            </a:r>
          </a:p>
          <a:p>
            <a:pPr marL="0" lvl="1" indent="0">
              <a:lnSpc>
                <a:spcPct val="100000"/>
              </a:lnSpc>
              <a:buNone/>
            </a:pPr>
            <a:r>
              <a:rPr sz="1100" b="1" dirty="0">
                <a:solidFill>
                  <a:srgbClr val="007020"/>
                </a:solidFill>
                <a:latin typeface="Courier"/>
              </a:rPr>
              <a:t>SELECT</a:t>
            </a:r>
            <a:r>
              <a:rPr sz="1100" dirty="0">
                <a:latin typeface="Courier"/>
              </a:rPr>
              <a:t> UNLOADCSV(</a:t>
            </a:r>
            <a:br>
              <a:rPr sz="1100" dirty="0"/>
            </a:br>
            <a:r>
              <a:rPr sz="1100" dirty="0">
                <a:latin typeface="Courier"/>
              </a:rPr>
              <a:t>         </a:t>
            </a:r>
            <a:r>
              <a:rPr sz="1100" dirty="0">
                <a:solidFill>
                  <a:srgbClr val="4070A0"/>
                </a:solidFill>
                <a:latin typeface="Courier"/>
              </a:rPr>
              <a:t>'SELECT C1, C2, C3 FROM APP.T1'</a:t>
            </a:r>
            <a:r>
              <a:rPr sz="1100" dirty="0">
                <a:latin typeface="Courier"/>
              </a:rPr>
              <a:t>,</a:t>
            </a:r>
            <a:br>
              <a:rPr sz="1100" dirty="0"/>
            </a:br>
            <a:r>
              <a:rPr sz="1100" dirty="0">
                <a:latin typeface="Courier"/>
              </a:rPr>
              <a:t>         </a:t>
            </a:r>
            <a:r>
              <a:rPr sz="1100" dirty="0">
                <a:solidFill>
                  <a:srgbClr val="4070A0"/>
                </a:solidFill>
                <a:latin typeface="Courier"/>
              </a:rPr>
              <a:t>'/u/</a:t>
            </a:r>
            <a:r>
              <a:rPr sz="1100" dirty="0" err="1">
                <a:solidFill>
                  <a:srgbClr val="4070A0"/>
                </a:solidFill>
                <a:latin typeface="Courier"/>
              </a:rPr>
              <a:t>adcdmst</a:t>
            </a:r>
            <a:r>
              <a:rPr sz="1100" dirty="0">
                <a:solidFill>
                  <a:srgbClr val="4070A0"/>
                </a:solidFill>
                <a:latin typeface="Courier"/>
              </a:rPr>
              <a:t>/t1_pipe.txt’</a:t>
            </a:r>
            <a:r>
              <a:rPr sz="1100" dirty="0">
                <a:latin typeface="Courier"/>
              </a:rPr>
              <a:t>,</a:t>
            </a:r>
            <a:br>
              <a:rPr lang="en-US" sz="1100" dirty="0">
                <a:latin typeface="Courier"/>
              </a:rPr>
            </a:br>
            <a:r>
              <a:rPr lang="en-US" sz="1100" dirty="0">
                <a:latin typeface="Courier"/>
              </a:rPr>
              <a:t>       </a:t>
            </a:r>
            <a:r>
              <a:rPr lang="en-DE" sz="1100" dirty="0">
                <a:latin typeface="Courier"/>
              </a:rPr>
              <a:t>  </a:t>
            </a:r>
            <a:r>
              <a:rPr lang="en-DE" sz="1100" dirty="0">
                <a:solidFill>
                  <a:srgbClr val="4070A0"/>
                </a:solidFill>
                <a:latin typeface="Courier"/>
              </a:rPr>
              <a:t>'</a:t>
            </a:r>
            <a:r>
              <a:rPr sz="1100" dirty="0">
                <a:solidFill>
                  <a:srgbClr val="4070A0"/>
                </a:solidFill>
                <a:latin typeface="Courier"/>
              </a:rPr>
              <a:t>delimiter=\|;</a:t>
            </a:r>
            <a:r>
              <a:rPr sz="1100" dirty="0" err="1">
                <a:solidFill>
                  <a:srgbClr val="4070A0"/>
                </a:solidFill>
                <a:latin typeface="Courier"/>
              </a:rPr>
              <a:t>quoteMode</a:t>
            </a:r>
            <a:r>
              <a:rPr sz="1100" dirty="0">
                <a:solidFill>
                  <a:srgbClr val="4070A0"/>
                </a:solidFill>
                <a:latin typeface="Courier"/>
              </a:rPr>
              <a:t>=MINIMAL;</a:t>
            </a:r>
            <a:r>
              <a:rPr lang="en-US" sz="1100" dirty="0">
                <a:solidFill>
                  <a:srgbClr val="4070A0"/>
                </a:solidFill>
                <a:latin typeface="Courier"/>
              </a:rPr>
              <a:t>’ ||</a:t>
            </a:r>
            <a:br>
              <a:rPr lang="en-US" sz="1100" dirty="0">
                <a:solidFill>
                  <a:srgbClr val="4070A0"/>
                </a:solidFill>
                <a:latin typeface="Courier"/>
              </a:rPr>
            </a:br>
            <a:r>
              <a:rPr lang="en-US" sz="1100" dirty="0">
                <a:solidFill>
                  <a:srgbClr val="4070A0"/>
                </a:solidFill>
                <a:latin typeface="Courier"/>
              </a:rPr>
              <a:t>         </a:t>
            </a:r>
            <a:r>
              <a:rPr lang="en-DE" sz="1100" dirty="0">
                <a:solidFill>
                  <a:srgbClr val="4070A0"/>
                </a:solidFill>
                <a:latin typeface="Courier"/>
              </a:rPr>
              <a:t>'</a:t>
            </a:r>
            <a:r>
              <a:rPr sz="1100" dirty="0" err="1">
                <a:solidFill>
                  <a:srgbClr val="4070A0"/>
                </a:solidFill>
                <a:latin typeface="Courier"/>
              </a:rPr>
              <a:t>nullString</a:t>
            </a:r>
            <a:r>
              <a:rPr sz="1100" dirty="0">
                <a:solidFill>
                  <a:srgbClr val="4070A0"/>
                </a:solidFill>
                <a:latin typeface="Courier"/>
              </a:rPr>
              <a:t>=\</a:t>
            </a:r>
            <a:r>
              <a:rPr sz="1100" dirty="0" err="1">
                <a:solidFill>
                  <a:srgbClr val="4070A0"/>
                </a:solidFill>
                <a:latin typeface="Courier"/>
              </a:rPr>
              <a:t>N;trim</a:t>
            </a:r>
            <a:r>
              <a:rPr sz="1100" dirty="0">
                <a:solidFill>
                  <a:srgbClr val="4070A0"/>
                </a:solidFill>
                <a:latin typeface="Courier"/>
              </a:rPr>
              <a:t>=true'</a:t>
            </a:r>
            <a:r>
              <a:rPr sz="1100" dirty="0">
                <a:latin typeface="Courier"/>
              </a:rPr>
              <a:t>,</a:t>
            </a:r>
            <a:br>
              <a:rPr sz="1100" dirty="0"/>
            </a:br>
            <a:r>
              <a:rPr sz="1100" dirty="0">
                <a:latin typeface="Courier"/>
              </a:rPr>
              <a:t>         </a:t>
            </a:r>
            <a:r>
              <a:rPr sz="1100" dirty="0">
                <a:solidFill>
                  <a:srgbClr val="40A070"/>
                </a:solidFill>
                <a:latin typeface="Courier"/>
              </a:rPr>
              <a:t>1208</a:t>
            </a:r>
            <a:r>
              <a:rPr sz="1100" dirty="0">
                <a:latin typeface="Courier"/>
              </a:rPr>
              <a:t>,</a:t>
            </a:r>
            <a:br>
              <a:rPr sz="1100" dirty="0"/>
            </a:br>
            <a:r>
              <a:rPr sz="1100" dirty="0">
                <a:latin typeface="Courier"/>
              </a:rPr>
              <a:t>         </a:t>
            </a:r>
            <a:r>
              <a:rPr sz="1100" dirty="0">
                <a:solidFill>
                  <a:srgbClr val="4070A0"/>
                </a:solidFill>
                <a:latin typeface="Courier"/>
              </a:rPr>
              <a:t>'Y'</a:t>
            </a:r>
            <a:r>
              <a:rPr sz="1100" dirty="0">
                <a:latin typeface="Courier"/>
              </a:rPr>
              <a:t>)</a:t>
            </a:r>
            <a:br>
              <a:rPr sz="1100" dirty="0"/>
            </a:br>
            <a:r>
              <a:rPr sz="1100" dirty="0">
                <a:latin typeface="Courier"/>
              </a:rPr>
              <a:t>  </a:t>
            </a:r>
            <a:r>
              <a:rPr sz="1100" b="1" dirty="0">
                <a:solidFill>
                  <a:srgbClr val="007020"/>
                </a:solidFill>
                <a:latin typeface="Courier"/>
              </a:rPr>
              <a:t>FROM</a:t>
            </a:r>
            <a:r>
              <a:rPr sz="1100" dirty="0">
                <a:latin typeface="Courier"/>
              </a:rPr>
              <a:t> SYSIBM.SYSDUMMYU;</a:t>
            </a:r>
            <a:br>
              <a:rPr lang="en-US" sz="1100" dirty="0">
                <a:latin typeface="Courier"/>
              </a:rPr>
            </a:br>
            <a:endParaRPr sz="1100" dirty="0">
              <a:latin typeface="Courier"/>
            </a:endParaRPr>
          </a:p>
          <a:p>
            <a:pPr marL="0" lvl="1" indent="0">
              <a:lnSpc>
                <a:spcPct val="100000"/>
              </a:lnSpc>
              <a:buNone/>
            </a:pPr>
            <a:r>
              <a:rPr lang="en-US" sz="1100" i="1" dirty="0">
                <a:solidFill>
                  <a:srgbClr val="00B0F0"/>
                </a:solidFill>
                <a:latin typeface="Courier"/>
              </a:rPr>
              <a:t>-- </a:t>
            </a:r>
            <a:r>
              <a:rPr sz="1100" i="1" dirty="0">
                <a:solidFill>
                  <a:srgbClr val="00B0F0"/>
                </a:solidFill>
                <a:latin typeface="Courier"/>
              </a:rPr>
              <a:t>MVS target invocation</a:t>
            </a:r>
            <a:endParaRPr lang="en-US" sz="1100" i="1" dirty="0">
              <a:solidFill>
                <a:srgbClr val="00B0F0"/>
              </a:solidFill>
              <a:latin typeface="Courier"/>
            </a:endParaRPr>
          </a:p>
          <a:p>
            <a:pPr marL="0" lvl="1" indent="0">
              <a:lnSpc>
                <a:spcPct val="100000"/>
              </a:lnSpc>
              <a:buNone/>
            </a:pPr>
            <a:r>
              <a:rPr sz="1100" b="1" dirty="0">
                <a:solidFill>
                  <a:srgbClr val="007020"/>
                </a:solidFill>
                <a:latin typeface="Courier"/>
              </a:rPr>
              <a:t>SELECT</a:t>
            </a:r>
            <a:r>
              <a:rPr sz="1100" dirty="0">
                <a:latin typeface="Courier"/>
              </a:rPr>
              <a:t> UNLOADCSV(</a:t>
            </a:r>
            <a:br>
              <a:rPr sz="1100" dirty="0"/>
            </a:br>
            <a:r>
              <a:rPr sz="1100" dirty="0">
                <a:latin typeface="Courier"/>
              </a:rPr>
              <a:t>         </a:t>
            </a:r>
            <a:r>
              <a:rPr sz="1100" dirty="0">
                <a:solidFill>
                  <a:srgbClr val="4070A0"/>
                </a:solidFill>
                <a:latin typeface="Courier"/>
              </a:rPr>
              <a:t>'SELECT * FROM DSN81310.EMP'</a:t>
            </a:r>
            <a:r>
              <a:rPr sz="1100" dirty="0">
                <a:latin typeface="Courier"/>
              </a:rPr>
              <a:t>,</a:t>
            </a:r>
            <a:br>
              <a:rPr sz="1100" dirty="0"/>
            </a:br>
            <a:r>
              <a:rPr sz="1100" dirty="0">
                <a:latin typeface="Courier"/>
              </a:rPr>
              <a:t>         </a:t>
            </a:r>
            <a:r>
              <a:rPr sz="1100" dirty="0">
                <a:solidFill>
                  <a:srgbClr val="4070A0"/>
                </a:solidFill>
                <a:latin typeface="Courier"/>
              </a:rPr>
              <a:t>'//HLQ.EXPORT.EMP'</a:t>
            </a:r>
            <a:r>
              <a:rPr sz="1100" dirty="0">
                <a:latin typeface="Courier"/>
              </a:rPr>
              <a:t>,</a:t>
            </a:r>
            <a:br>
              <a:rPr sz="1100" dirty="0"/>
            </a:br>
            <a:r>
              <a:rPr sz="1100" dirty="0">
                <a:latin typeface="Courier"/>
              </a:rPr>
              <a:t>         </a:t>
            </a:r>
            <a:r>
              <a:rPr sz="1100" dirty="0">
                <a:solidFill>
                  <a:srgbClr val="4070A0"/>
                </a:solidFill>
                <a:latin typeface="Courier"/>
              </a:rPr>
              <a:t>'Excel'</a:t>
            </a:r>
            <a:r>
              <a:rPr sz="1100" dirty="0">
                <a:latin typeface="Courier"/>
              </a:rPr>
              <a:t>,</a:t>
            </a:r>
            <a:br>
              <a:rPr sz="1100" dirty="0"/>
            </a:br>
            <a:r>
              <a:rPr sz="1100" dirty="0">
                <a:latin typeface="Courier"/>
              </a:rPr>
              <a:t>         </a:t>
            </a:r>
            <a:r>
              <a:rPr sz="1100" dirty="0">
                <a:solidFill>
                  <a:srgbClr val="40A070"/>
                </a:solidFill>
                <a:latin typeface="Courier"/>
              </a:rPr>
              <a:t>1047</a:t>
            </a:r>
            <a:r>
              <a:rPr sz="1100" dirty="0">
                <a:latin typeface="Courier"/>
              </a:rPr>
              <a:t>,</a:t>
            </a:r>
            <a:br>
              <a:rPr sz="1100" dirty="0"/>
            </a:br>
            <a:r>
              <a:rPr sz="1100" dirty="0">
                <a:latin typeface="Courier"/>
              </a:rPr>
              <a:t>         </a:t>
            </a:r>
            <a:r>
              <a:rPr sz="1100" dirty="0">
                <a:solidFill>
                  <a:srgbClr val="4070A0"/>
                </a:solidFill>
                <a:latin typeface="Courier"/>
              </a:rPr>
              <a:t>'Y'</a:t>
            </a:r>
            <a:r>
              <a:rPr sz="1100" dirty="0">
                <a:latin typeface="Courier"/>
              </a:rPr>
              <a:t>)</a:t>
            </a:r>
            <a:br>
              <a:rPr sz="1100" dirty="0"/>
            </a:br>
            <a:r>
              <a:rPr sz="1100" dirty="0">
                <a:latin typeface="Courier"/>
              </a:rPr>
              <a:t>  </a:t>
            </a:r>
            <a:r>
              <a:rPr sz="1100" b="1" dirty="0">
                <a:solidFill>
                  <a:srgbClr val="007020"/>
                </a:solidFill>
                <a:latin typeface="Courier"/>
              </a:rPr>
              <a:t>FROM</a:t>
            </a:r>
            <a:r>
              <a:rPr sz="1100" dirty="0">
                <a:latin typeface="Courier"/>
              </a:rPr>
              <a:t> SYSIBM.SYSDUMMYU;</a:t>
            </a:r>
            <a:endParaRPr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2CEC730-8047-9964-3C8D-2E394A07D2C9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Performance </a:t>
            </a:r>
            <a:r>
              <a:rPr lang="en-US" dirty="0"/>
              <a:t>and </a:t>
            </a:r>
            <a:r>
              <a:rPr dirty="0"/>
              <a:t>Monitoring</a:t>
            </a:r>
            <a:br>
              <a:rPr lang="en-US" dirty="0"/>
            </a:br>
            <a:r>
              <a:rPr dirty="0"/>
              <a:t>(1 minute)</a:t>
            </a:r>
          </a:p>
        </p:txBody>
      </p:sp>
    </p:spTree>
  </p:cSld>
  <p:clrMapOvr>
    <a:masterClrMapping/>
  </p:clrMapOvr>
  <p:transition spd="med"/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Performance Tips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342900" lvl="0" indent="-342900">
              <a:buAutoNum type="arabicPeriod"/>
            </a:pPr>
            <a:r>
              <a:rPr b="1" dirty="0"/>
              <a:t>Use SQL functions</a:t>
            </a:r>
            <a:r>
              <a:rPr dirty="0"/>
              <a:t> when possible (lowest overhead)</a:t>
            </a:r>
          </a:p>
          <a:p>
            <a:pPr marL="342900" lvl="0" indent="-342900">
              <a:buAutoNum type="arabicPeriod"/>
            </a:pPr>
            <a:r>
              <a:rPr b="1" dirty="0"/>
              <a:t>Set ASUTIME limits</a:t>
            </a:r>
            <a:r>
              <a:rPr dirty="0"/>
              <a:t> to prevent runaway execution</a:t>
            </a:r>
          </a:p>
          <a:p>
            <a:pPr marL="342900" lvl="0" indent="-342900">
              <a:buAutoNum type="arabicPeriod"/>
            </a:pPr>
            <a:r>
              <a:rPr b="1" dirty="0"/>
              <a:t>Filter early</a:t>
            </a:r>
            <a:r>
              <a:rPr dirty="0"/>
              <a:t> with WHERE clauses</a:t>
            </a:r>
            <a:r>
              <a:rPr lang="en-US" dirty="0"/>
              <a:t> (e.g., avoid regex tests as the only predicate)</a:t>
            </a:r>
            <a:endParaRPr dirty="0"/>
          </a:p>
          <a:p>
            <a:pPr marL="342900" lvl="0" indent="-342900">
              <a:buAutoNum type="arabicPeriod"/>
            </a:pPr>
            <a:r>
              <a:rPr b="1" dirty="0"/>
              <a:t>Mark DETERMINISTIC</a:t>
            </a:r>
            <a:r>
              <a:rPr dirty="0"/>
              <a:t> when appropriate for caching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Typical Performance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188363173"/>
              </p:ext>
            </p:extLst>
          </p:nvPr>
        </p:nvGraphicFramePr>
        <p:xfrm>
          <a:off x="457200" y="1193800"/>
          <a:ext cx="8229600" cy="121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bg1"/>
                          </a:solidFill>
                        </a:rPr>
                        <a:t>Function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bg1"/>
                          </a:solidFill>
                        </a:rPr>
                        <a:t>Rows/Second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bg1"/>
                          </a:solidFill>
                        </a:rPr>
                        <a:t>Notes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>
                          <a:solidFill>
                            <a:schemeClr val="tx1"/>
                          </a:solidFill>
                        </a:rPr>
                        <a:t>EASTER (SQL)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tx1"/>
                          </a:solidFill>
                        </a:rPr>
                        <a:t>500,000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>
                          <a:solidFill>
                            <a:schemeClr val="tx1"/>
                          </a:solidFill>
                        </a:rPr>
                        <a:t>Pure SQL, very fast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>
                          <a:solidFill>
                            <a:schemeClr val="tx1"/>
                          </a:solidFill>
                        </a:rPr>
                        <a:t>REGEX_MATCHES (Java)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>
                          <a:solidFill>
                            <a:schemeClr val="tx1"/>
                          </a:solidFill>
                        </a:rPr>
                        <a:t>100,000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tx1"/>
                          </a:solidFill>
                        </a:rPr>
                        <a:t>Pattern caching helps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tx1"/>
                          </a:solidFill>
                        </a:rPr>
                        <a:t>READ_GENERIC_FILE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>
                          <a:solidFill>
                            <a:schemeClr val="tx1"/>
                          </a:solidFill>
                        </a:rPr>
                        <a:t>200,000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tx1"/>
                          </a:solidFill>
                        </a:rPr>
                        <a:t>Direct BSAM access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1075D31-2069-DD99-4199-7944298BD75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Quick Troubleshooting</a:t>
            </a:r>
            <a:br>
              <a:rPr lang="en-US" dirty="0"/>
            </a:br>
            <a:r>
              <a:rPr dirty="0"/>
              <a:t>(1 minute)</a:t>
            </a:r>
          </a:p>
        </p:txBody>
      </p:sp>
    </p:spTree>
  </p:cSld>
  <p:clrMapOvr>
    <a:masterClrMapping/>
  </p:clrMapOvr>
  <p:transition spd="med"/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Common Issues &amp; Fixes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966218225"/>
              </p:ext>
            </p:extLst>
          </p:nvPr>
        </p:nvGraphicFramePr>
        <p:xfrm>
          <a:off x="457200" y="1193800"/>
          <a:ext cx="8229600" cy="152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14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bg1"/>
                          </a:solidFill>
                        </a:rPr>
                        <a:t>Error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bg1"/>
                          </a:solidFill>
                        </a:rPr>
                        <a:t>Quick Fix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>
                          <a:solidFill>
                            <a:schemeClr val="tx1"/>
                          </a:solidFill>
                        </a:rPr>
                        <a:t>SQLCODE -430 (Java)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tx1"/>
                          </a:solidFill>
                        </a:rPr>
                        <a:t>Reinstall JAR, refresh WLM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>
                          <a:solidFill>
                            <a:schemeClr val="tx1"/>
                          </a:solidFill>
                        </a:rPr>
                        <a:t>ABEND S0C4 (C/COBOL)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tx1"/>
                          </a:solidFill>
                        </a:rPr>
                        <a:t>Check STEPLIB, verify APF auth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>
                          <a:solidFill>
                            <a:schemeClr val="tx1"/>
                          </a:solidFill>
                        </a:rPr>
                        <a:t>SQLCODE -905 (Timeout)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tx1"/>
                          </a:solidFill>
                        </a:rPr>
                        <a:t>Increase ASUTIME limit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>
                          <a:solidFill>
                            <a:schemeClr val="tx1"/>
                          </a:solidFill>
                        </a:rPr>
                        <a:t>SQLCODE -551 (Auth)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tx1"/>
                          </a:solidFill>
                        </a:rPr>
                        <a:t>Grant EXECUTE privilege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811E0A9-FBC8-F3EA-BAC3-832DC1DD174B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Demo Preparation Checklist</a:t>
            </a:r>
          </a:p>
        </p:txBody>
      </p:sp>
    </p:spTree>
  </p:cSld>
  <p:clrMapOvr>
    <a:masterClrMapping/>
  </p:clrMapOvr>
  <p:transition spd="med"/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Before Demos (5 minutes setup)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t>☐ Verify WLM environments active</a:t>
            </a:r>
          </a:p>
          <a:p>
            <a:pPr lvl="0"/>
            <a:r>
              <a:t>☐ Test database connection</a:t>
            </a:r>
          </a:p>
          <a:p>
            <a:pPr lvl="0"/>
            <a:r>
              <a:t>☐ Prepare sample data tables</a:t>
            </a:r>
          </a:p>
          <a:p>
            <a:pPr lvl="0"/>
            <a:r>
              <a:t>☐ Have JCL ready for SUBMIT demo</a:t>
            </a:r>
          </a:p>
          <a:p>
            <a:pPr lvl="0"/>
            <a:r>
              <a:t>☐ Prepare flat file for READ_GENERIC_FILE</a:t>
            </a:r>
          </a:p>
          <a:p>
            <a:pPr lvl="0"/>
            <a:r>
              <a:t>☐ Test each demo query once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Demo Sequence (30 minutes)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342900" lvl="0" indent="-342900">
              <a:buAutoNum type="arabicPeriod"/>
            </a:pPr>
            <a:r>
              <a:rPr lang="en-US" sz="1300" b="1" dirty="0"/>
              <a:t>D</a:t>
            </a:r>
            <a:r>
              <a:rPr sz="1300" b="1" dirty="0"/>
              <a:t>ata Type Conversion</a:t>
            </a:r>
            <a:r>
              <a:rPr sz="1300" dirty="0"/>
              <a:t> (5 min)</a:t>
            </a:r>
          </a:p>
          <a:p>
            <a:pPr marL="342000" lvl="1" indent="342000"/>
            <a:r>
              <a:rPr sz="1300" dirty="0"/>
              <a:t>Base64 encode/decode</a:t>
            </a:r>
          </a:p>
          <a:p>
            <a:pPr marL="342000" lvl="1" indent="342000"/>
            <a:r>
              <a:rPr sz="1300" dirty="0"/>
              <a:t>TRY_INTEGER with bad data</a:t>
            </a:r>
          </a:p>
          <a:p>
            <a:pPr marL="342900" lvl="0" indent="-342900">
              <a:buAutoNum type="arabicPeriod"/>
            </a:pPr>
            <a:r>
              <a:rPr sz="1300" b="1" dirty="0"/>
              <a:t>String Processing</a:t>
            </a:r>
            <a:r>
              <a:rPr sz="1300" dirty="0"/>
              <a:t> (7 min)</a:t>
            </a:r>
          </a:p>
          <a:p>
            <a:pPr marL="342000" lvl="1" indent="342000"/>
            <a:r>
              <a:rPr sz="1300" dirty="0"/>
              <a:t>Email validation with REGEX_MATCHES</a:t>
            </a:r>
          </a:p>
          <a:p>
            <a:pPr marL="342000" lvl="1" indent="342000"/>
            <a:r>
              <a:rPr sz="1300" dirty="0"/>
              <a:t>CSV parsing with SPLIT</a:t>
            </a:r>
          </a:p>
          <a:p>
            <a:pPr marL="342000" lvl="1" indent="342000"/>
            <a:r>
              <a:rPr sz="1300" dirty="0"/>
              <a:t>Formatted output with SPRINTF</a:t>
            </a:r>
          </a:p>
          <a:p>
            <a:pPr marL="342900" lvl="0" indent="-342900">
              <a:buAutoNum type="arabicPeriod"/>
            </a:pPr>
            <a:r>
              <a:rPr sz="1300" b="1" dirty="0"/>
              <a:t>System Integration</a:t>
            </a:r>
            <a:r>
              <a:rPr sz="1300" dirty="0"/>
              <a:t> (8 min)</a:t>
            </a:r>
          </a:p>
          <a:p>
            <a:pPr marL="342000" lvl="1" indent="342000"/>
            <a:r>
              <a:rPr sz="1300" dirty="0"/>
              <a:t>Query APF list</a:t>
            </a:r>
          </a:p>
          <a:p>
            <a:pPr marL="342000" lvl="1" indent="342000"/>
            <a:r>
              <a:rPr sz="1300" dirty="0"/>
              <a:t>Check RACF profiles</a:t>
            </a:r>
          </a:p>
          <a:p>
            <a:pPr marL="342000" lvl="1" indent="342000"/>
            <a:r>
              <a:rPr sz="1300" dirty="0"/>
              <a:t>Read flat file with complex structure</a:t>
            </a:r>
          </a:p>
          <a:p>
            <a:pPr marL="342900" lvl="0" indent="-342900">
              <a:buAutoNum type="arabicPeriod"/>
            </a:pPr>
            <a:r>
              <a:rPr sz="1300" b="1" dirty="0"/>
              <a:t>Database Utilities</a:t>
            </a:r>
            <a:r>
              <a:rPr sz="1300" dirty="0"/>
              <a:t> (10 min)</a:t>
            </a:r>
          </a:p>
          <a:p>
            <a:pPr marL="342000" lvl="1" indent="342000"/>
            <a:r>
              <a:rPr sz="1300" dirty="0"/>
              <a:t>Automated RUNSTATS</a:t>
            </a:r>
          </a:p>
          <a:p>
            <a:pPr marL="342000" lvl="1" indent="342000"/>
            <a:r>
              <a:rPr sz="1300" dirty="0"/>
              <a:t>CROSSLOAD table copy</a:t>
            </a:r>
          </a:p>
          <a:p>
            <a:pPr marL="342000" lvl="1" indent="342000"/>
            <a:r>
              <a:rPr sz="1300" dirty="0"/>
              <a:t>JCL submission with output capture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>
            <a:extLst>
              <a:ext uri="{FF2B5EF4-FFF2-40B4-BE49-F238E27FC236}">
                <a16:creationId xmlns:a16="http://schemas.microsoft.com/office/drawing/2014/main" id="{8EC3FB19-2D17-8365-F899-D495A55C8A44}"/>
              </a:ext>
            </a:extLst>
          </p:cNvPr>
          <p:cNvPicPr>
            <a:picLocks noGrp="1" noChangeAspect="1"/>
          </p:cNvPicPr>
          <p:nvPr>
            <p:ph type="pic" sz="quarter" idx="12"/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6109" r="6109"/>
          <a:stretch>
            <a:fillRect/>
          </a:stretch>
        </p:blipFill>
        <p:spPr>
          <a:prstGeom prst="rect">
            <a:avLst/>
          </a:prstGeom>
          <a:solidFill>
            <a:srgbClr val="E0E0E0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Quick Reference</a:t>
            </a:r>
          </a:p>
        </p:txBody>
      </p:sp>
    </p:spTree>
  </p:cSld>
  <p:clrMapOvr>
    <a:masterClrMapping/>
  </p:clrMapOvr>
  <p:transition spd="med"/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6674BDF8-54F7-DE9D-8DBD-C47BFC354F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5999" y="216027"/>
            <a:ext cx="8470194" cy="354282"/>
          </a:xfrm>
        </p:spPr>
        <p:txBody>
          <a:bodyPr/>
          <a:lstStyle/>
          <a:p>
            <a:r>
              <a:rPr lang="en-US" dirty="0"/>
              <a:t>Quick reference – all functions</a:t>
            </a:r>
            <a:endParaRPr lang="en-DE" dirty="0"/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AF85F664-AA24-F09B-29E0-3ADD87FD7BB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47139741"/>
              </p:ext>
            </p:extLst>
          </p:nvPr>
        </p:nvGraphicFramePr>
        <p:xfrm>
          <a:off x="215999" y="660816"/>
          <a:ext cx="8583798" cy="4022103"/>
        </p:xfrm>
        <a:graphic>
          <a:graphicData uri="http://schemas.openxmlformats.org/drawingml/2006/table">
            <a:tbl>
              <a:tblPr firstRow="1" bandRow="1">
                <a:tableStyleId>{BC89EF96-8CEA-46FF-86C4-4CE0E7609802}</a:tableStyleId>
              </a:tblPr>
              <a:tblGrid>
                <a:gridCol w="1967095">
                  <a:extLst>
                    <a:ext uri="{9D8B030D-6E8A-4147-A177-3AD203B41FA5}">
                      <a16:colId xmlns:a16="http://schemas.microsoft.com/office/drawing/2014/main" val="879005719"/>
                    </a:ext>
                  </a:extLst>
                </a:gridCol>
                <a:gridCol w="481388">
                  <a:extLst>
                    <a:ext uri="{9D8B030D-6E8A-4147-A177-3AD203B41FA5}">
                      <a16:colId xmlns:a16="http://schemas.microsoft.com/office/drawing/2014/main" val="1593252952"/>
                    </a:ext>
                  </a:extLst>
                </a:gridCol>
                <a:gridCol w="1133073">
                  <a:extLst>
                    <a:ext uri="{9D8B030D-6E8A-4147-A177-3AD203B41FA5}">
                      <a16:colId xmlns:a16="http://schemas.microsoft.com/office/drawing/2014/main" val="1159322384"/>
                    </a:ext>
                  </a:extLst>
                </a:gridCol>
                <a:gridCol w="3713845">
                  <a:extLst>
                    <a:ext uri="{9D8B030D-6E8A-4147-A177-3AD203B41FA5}">
                      <a16:colId xmlns:a16="http://schemas.microsoft.com/office/drawing/2014/main" val="2564253303"/>
                    </a:ext>
                  </a:extLst>
                </a:gridCol>
                <a:gridCol w="1288397">
                  <a:extLst>
                    <a:ext uri="{9D8B030D-6E8A-4147-A177-3AD203B41FA5}">
                      <a16:colId xmlns:a16="http://schemas.microsoft.com/office/drawing/2014/main" val="1456578960"/>
                    </a:ext>
                  </a:extLst>
                </a:gridCol>
              </a:tblGrid>
              <a:tr h="152236"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1000" dirty="0">
                          <a:solidFill>
                            <a:schemeClr val="bg1"/>
                          </a:solidFill>
                          <a:effectLst/>
                        </a:rPr>
                        <a:t>Function</a:t>
                      </a:r>
                      <a:endParaRPr lang="en-US" sz="1000" b="1" dirty="0">
                        <a:solidFill>
                          <a:schemeClr val="bg1"/>
                        </a:solidFill>
                        <a:effectLst/>
                      </a:endParaRPr>
                    </a:p>
                  </a:txBody>
                  <a:tcPr marL="21880" marR="21880" marT="10940" marB="10940">
                    <a:solidFill>
                      <a:srgbClr val="0F62FE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1000" dirty="0">
                          <a:solidFill>
                            <a:schemeClr val="bg1"/>
                          </a:solidFill>
                          <a:effectLst/>
                        </a:rPr>
                        <a:t>Type</a:t>
                      </a:r>
                      <a:endParaRPr lang="en-US" sz="1000" b="1" dirty="0">
                        <a:solidFill>
                          <a:schemeClr val="bg1"/>
                        </a:solidFill>
                        <a:effectLst/>
                      </a:endParaRPr>
                    </a:p>
                  </a:txBody>
                  <a:tcPr marL="21880" marR="21880" marT="10940" marB="10940">
                    <a:solidFill>
                      <a:srgbClr val="0F62FE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1000" dirty="0">
                          <a:solidFill>
                            <a:schemeClr val="bg1"/>
                          </a:solidFill>
                          <a:effectLst/>
                        </a:rPr>
                        <a:t>Category</a:t>
                      </a:r>
                      <a:endParaRPr lang="en-US" sz="1000" b="1" dirty="0">
                        <a:solidFill>
                          <a:schemeClr val="bg1"/>
                        </a:solidFill>
                        <a:effectLst/>
                      </a:endParaRPr>
                    </a:p>
                  </a:txBody>
                  <a:tcPr marL="21880" marR="21880" marT="10940" marB="10940">
                    <a:solidFill>
                      <a:srgbClr val="0F62FE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1000" dirty="0">
                          <a:solidFill>
                            <a:schemeClr val="bg1"/>
                          </a:solidFill>
                          <a:effectLst/>
                        </a:rPr>
                        <a:t>Description</a:t>
                      </a:r>
                      <a:endParaRPr lang="en-US" sz="1000" b="1" dirty="0">
                        <a:solidFill>
                          <a:schemeClr val="bg1"/>
                        </a:solidFill>
                        <a:effectLst/>
                      </a:endParaRPr>
                    </a:p>
                  </a:txBody>
                  <a:tcPr marL="21880" marR="21880" marT="10940" marB="10940">
                    <a:solidFill>
                      <a:srgbClr val="0F62FE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1000" dirty="0">
                          <a:solidFill>
                            <a:schemeClr val="bg1"/>
                          </a:solidFill>
                          <a:effectLst/>
                        </a:rPr>
                        <a:t>Implemented in</a:t>
                      </a:r>
                      <a:endParaRPr lang="en-US" sz="1000" b="1" dirty="0">
                        <a:solidFill>
                          <a:schemeClr val="bg1"/>
                        </a:solidFill>
                        <a:effectLst/>
                      </a:endParaRPr>
                    </a:p>
                  </a:txBody>
                  <a:tcPr marL="21880" marR="21880" marT="10940" marB="10940">
                    <a:solidFill>
                      <a:srgbClr val="0F62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83915054"/>
                  </a:ext>
                </a:extLst>
              </a:tr>
              <a:tr h="152236"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 b="0" u="none" dirty="0">
                          <a:effectLst/>
                          <a:latin typeface="IBM Plex Mono Text" panose="020B0509050203000203" pitchFamily="49" charset="0"/>
                          <a:hlinkClick r:id="rId2" tooltip="#_apflist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APFLIST</a:t>
                      </a:r>
                      <a:endParaRPr lang="en-US" sz="800" b="0" u="none" dirty="0">
                        <a:solidFill>
                          <a:schemeClr val="tx1"/>
                        </a:solidFill>
                        <a:effectLst/>
                        <a:latin typeface="IBM Plex Mono Text" panose="020B0509050203000203" pitchFamily="49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 dirty="0">
                          <a:effectLst/>
                          <a:latin typeface="IBM Plex Sans Text" panose="020B0503050203000203" pitchFamily="34" charset="0"/>
                        </a:rPr>
                        <a:t>T</a:t>
                      </a:r>
                      <a:endParaRPr lang="en-US" sz="80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>
                          <a:effectLst/>
                          <a:latin typeface="IBM Plex Sans Text" panose="020B0503050203000203" pitchFamily="34" charset="0"/>
                        </a:rPr>
                        <a:t>System</a:t>
                      </a:r>
                      <a:endParaRPr lang="en-US" sz="80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 dirty="0">
                          <a:effectLst/>
                          <a:latin typeface="IBM Plex Sans Text" panose="020B0503050203000203" pitchFamily="34" charset="0"/>
                        </a:rPr>
                        <a:t>Returns a table with all APF authorized data sets on the system.</a:t>
                      </a:r>
                      <a:endParaRPr lang="en-US" sz="80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 dirty="0">
                          <a:effectLst/>
                          <a:latin typeface="IBM Plex Sans Text" panose="020B0503050203000203" pitchFamily="34" charset="0"/>
                        </a:rPr>
                        <a:t>COBOL</a:t>
                      </a:r>
                      <a:endParaRPr lang="en-US" sz="80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extLst>
                  <a:ext uri="{0D108BD9-81ED-4DB2-BD59-A6C34878D82A}">
                    <a16:rowId xmlns:a16="http://schemas.microsoft.com/office/drawing/2014/main" val="4081313797"/>
                  </a:ext>
                </a:extLst>
              </a:tr>
              <a:tr h="152236">
                <a:tc>
                  <a:txBody>
                    <a:bodyPr/>
                    <a:lstStyle/>
                    <a:p>
                      <a:pPr marL="0" marR="0" indent="0" algn="l" defTabSz="685983" rtl="0" eaLnBrk="1" fontAlgn="t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lang="en-US" sz="800" b="0" i="0" u="none" strike="noStrike" cap="none" spc="0" baseline="0" dirty="0">
                          <a:solidFill>
                            <a:schemeClr val="tx1"/>
                          </a:solidFill>
                          <a:effectLst/>
                          <a:uFillTx/>
                          <a:latin typeface="IBM Plex Mono Text" panose="020B0509050203000203" pitchFamily="49" charset="0"/>
                          <a:ea typeface="+mn-ea"/>
                          <a:cs typeface="+mn-cs"/>
                          <a:sym typeface="IBM Plex Sans"/>
                          <a:hlinkClick r:id="rId3" tooltip="#_base64decode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BASE64DECODE</a:t>
                      </a:r>
                      <a:endParaRPr lang="en-US" sz="800" b="0" i="0" u="none" strike="noStrike" cap="none" spc="0" baseline="0" dirty="0">
                        <a:solidFill>
                          <a:schemeClr val="tx1"/>
                        </a:solidFill>
                        <a:effectLst/>
                        <a:uFillTx/>
                        <a:latin typeface="IBM Plex Mono Text" panose="020B0509050203000203" pitchFamily="49" charset="0"/>
                        <a:ea typeface="+mn-ea"/>
                        <a:cs typeface="+mn-cs"/>
                        <a:sym typeface="IBM Plex Sans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 dirty="0">
                          <a:effectLst/>
                          <a:latin typeface="IBM Plex Sans Text" panose="020B0503050203000203" pitchFamily="34" charset="0"/>
                        </a:rPr>
                        <a:t>S</a:t>
                      </a:r>
                      <a:endParaRPr lang="en-US" sz="80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 dirty="0">
                          <a:effectLst/>
                          <a:latin typeface="IBM Plex Sans Text" panose="020B0503050203000203" pitchFamily="34" charset="0"/>
                        </a:rPr>
                        <a:t>Data types</a:t>
                      </a:r>
                      <a:endParaRPr lang="en-US" sz="80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 dirty="0">
                          <a:effectLst/>
                          <a:latin typeface="IBM Plex Sans Text" panose="020B0503050203000203" pitchFamily="34" charset="0"/>
                        </a:rPr>
                        <a:t>Decodes BASE64 format to binary data.</a:t>
                      </a:r>
                      <a:endParaRPr lang="en-US" sz="80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>
                          <a:effectLst/>
                          <a:latin typeface="IBM Plex Sans Text" panose="020B0503050203000203" pitchFamily="34" charset="0"/>
                        </a:rPr>
                        <a:t>Java</a:t>
                      </a:r>
                      <a:endParaRPr lang="en-US" sz="80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extLst>
                  <a:ext uri="{0D108BD9-81ED-4DB2-BD59-A6C34878D82A}">
                    <a16:rowId xmlns:a16="http://schemas.microsoft.com/office/drawing/2014/main" val="231309283"/>
                  </a:ext>
                </a:extLst>
              </a:tr>
              <a:tr h="152236"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 b="0" u="none" dirty="0">
                          <a:effectLst/>
                          <a:latin typeface="IBM Plex Mono Text" panose="020B0509050203000203" pitchFamily="49" charset="0"/>
                          <a:hlinkClick r:id="rId4" tooltip="#_base64encode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BASE64ENCODE</a:t>
                      </a:r>
                      <a:endParaRPr lang="en-US" sz="800" b="0" u="none" dirty="0">
                        <a:solidFill>
                          <a:schemeClr val="tx1"/>
                        </a:solidFill>
                        <a:effectLst/>
                        <a:latin typeface="IBM Plex Mono Text" panose="020B0509050203000203" pitchFamily="49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 dirty="0">
                          <a:effectLst/>
                          <a:latin typeface="IBM Plex Sans Text" panose="020B0503050203000203" pitchFamily="34" charset="0"/>
                        </a:rPr>
                        <a:t>S</a:t>
                      </a:r>
                      <a:endParaRPr lang="en-US" sz="80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 dirty="0">
                          <a:effectLst/>
                          <a:latin typeface="IBM Plex Sans Text" panose="020B0503050203000203" pitchFamily="34" charset="0"/>
                        </a:rPr>
                        <a:t>Data types</a:t>
                      </a:r>
                      <a:endParaRPr lang="en-US" sz="80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 dirty="0">
                          <a:effectLst/>
                          <a:latin typeface="IBM Plex Sans Text" panose="020B0503050203000203" pitchFamily="34" charset="0"/>
                        </a:rPr>
                        <a:t>Encodes binary data to BASE64 format.</a:t>
                      </a:r>
                      <a:endParaRPr lang="en-US" sz="80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>
                          <a:effectLst/>
                          <a:latin typeface="IBM Plex Sans Text" panose="020B0503050203000203" pitchFamily="34" charset="0"/>
                        </a:rPr>
                        <a:t>Java</a:t>
                      </a:r>
                      <a:endParaRPr lang="en-US" sz="80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extLst>
                  <a:ext uri="{0D108BD9-81ED-4DB2-BD59-A6C34878D82A}">
                    <a16:rowId xmlns:a16="http://schemas.microsoft.com/office/drawing/2014/main" val="2474946263"/>
                  </a:ext>
                </a:extLst>
              </a:tr>
              <a:tr h="152236"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 b="0" u="none" dirty="0">
                          <a:effectLst/>
                          <a:latin typeface="IBM Plex Mono Text" panose="020B0509050203000203" pitchFamily="49" charset="0"/>
                          <a:hlinkClick r:id="rId5" tooltip="#_crossload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CROSSLOAD</a:t>
                      </a:r>
                      <a:endParaRPr lang="en-US" sz="800" b="0" u="none" dirty="0">
                        <a:solidFill>
                          <a:schemeClr val="tx1"/>
                        </a:solidFill>
                        <a:effectLst/>
                        <a:latin typeface="IBM Plex Mono Text" panose="020B0509050203000203" pitchFamily="49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>
                          <a:effectLst/>
                          <a:latin typeface="IBM Plex Sans Text" panose="020B0503050203000203" pitchFamily="34" charset="0"/>
                        </a:rPr>
                        <a:t>S</a:t>
                      </a:r>
                      <a:endParaRPr lang="en-US" sz="80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 dirty="0">
                          <a:effectLst/>
                          <a:latin typeface="IBM Plex Sans Text" panose="020B0503050203000203" pitchFamily="34" charset="0"/>
                        </a:rPr>
                        <a:t>Utilities</a:t>
                      </a:r>
                      <a:endParaRPr lang="en-US" sz="80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 dirty="0">
                          <a:effectLst/>
                          <a:latin typeface="IBM Plex Sans Text" panose="020B0503050203000203" pitchFamily="34" charset="0"/>
                        </a:rPr>
                        <a:t>Copies data from one table to another.</a:t>
                      </a:r>
                      <a:endParaRPr lang="en-US" sz="80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>
                          <a:effectLst/>
                          <a:latin typeface="IBM Plex Sans Text" panose="020B0503050203000203" pitchFamily="34" charset="0"/>
                        </a:rPr>
                        <a:t>SQL</a:t>
                      </a:r>
                      <a:endParaRPr lang="en-US" sz="80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extLst>
                  <a:ext uri="{0D108BD9-81ED-4DB2-BD59-A6C34878D82A}">
                    <a16:rowId xmlns:a16="http://schemas.microsoft.com/office/drawing/2014/main" val="2865163629"/>
                  </a:ext>
                </a:extLst>
              </a:tr>
              <a:tr h="152236"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 b="0" u="none" dirty="0">
                          <a:effectLst/>
                          <a:latin typeface="IBM Plex Mono Text" panose="020B0509050203000203" pitchFamily="49" charset="0"/>
                          <a:hlinkClick r:id="rId6" tooltip="#_db2utility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DB2UTILITY</a:t>
                      </a:r>
                      <a:endParaRPr lang="en-US" sz="800" b="0" u="none" dirty="0">
                        <a:solidFill>
                          <a:schemeClr val="tx1"/>
                        </a:solidFill>
                        <a:effectLst/>
                        <a:latin typeface="IBM Plex Mono Text" panose="020B0509050203000203" pitchFamily="49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>
                          <a:effectLst/>
                          <a:latin typeface="IBM Plex Sans Text" panose="020B0503050203000203" pitchFamily="34" charset="0"/>
                        </a:rPr>
                        <a:t>S</a:t>
                      </a:r>
                      <a:endParaRPr lang="en-US" sz="80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 dirty="0">
                          <a:effectLst/>
                          <a:latin typeface="IBM Plex Sans Text" panose="020B0503050203000203" pitchFamily="34" charset="0"/>
                        </a:rPr>
                        <a:t>Utilities</a:t>
                      </a:r>
                      <a:endParaRPr lang="en-US" sz="80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 dirty="0">
                          <a:effectLst/>
                          <a:latin typeface="IBM Plex Sans Text" panose="020B0503050203000203" pitchFamily="34" charset="0"/>
                        </a:rPr>
                        <a:t>Runs one or more Db2 utility statements.</a:t>
                      </a:r>
                      <a:endParaRPr lang="en-US" sz="80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>
                          <a:effectLst/>
                          <a:latin typeface="IBM Plex Sans Text" panose="020B0503050203000203" pitchFamily="34" charset="0"/>
                        </a:rPr>
                        <a:t>SQL</a:t>
                      </a:r>
                      <a:endParaRPr lang="en-US" sz="80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extLst>
                  <a:ext uri="{0D108BD9-81ED-4DB2-BD59-A6C34878D82A}">
                    <a16:rowId xmlns:a16="http://schemas.microsoft.com/office/drawing/2014/main" val="4264706830"/>
                  </a:ext>
                </a:extLst>
              </a:tr>
              <a:tr h="152236"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 b="0" u="none">
                          <a:effectLst/>
                          <a:latin typeface="IBM Plex Mono Text" panose="020B0509050203000203" pitchFamily="49" charset="0"/>
                          <a:hlinkClick r:id="rId7" tooltip="#_easter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EASTER</a:t>
                      </a:r>
                      <a:endParaRPr lang="en-US" sz="800" b="0" u="none">
                        <a:solidFill>
                          <a:schemeClr val="tx1"/>
                        </a:solidFill>
                        <a:effectLst/>
                        <a:latin typeface="IBM Plex Mono Text" panose="020B0509050203000203" pitchFamily="49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>
                          <a:effectLst/>
                          <a:latin typeface="IBM Plex Sans Text" panose="020B0503050203000203" pitchFamily="34" charset="0"/>
                        </a:rPr>
                        <a:t>S</a:t>
                      </a:r>
                      <a:endParaRPr lang="en-US" sz="80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 dirty="0">
                          <a:effectLst/>
                          <a:latin typeface="IBM Plex Sans Text" panose="020B0503050203000203" pitchFamily="34" charset="0"/>
                        </a:rPr>
                        <a:t>Date and time</a:t>
                      </a:r>
                      <a:endParaRPr lang="en-US" sz="80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 dirty="0">
                          <a:effectLst/>
                          <a:latin typeface="IBM Plex Sans Text" panose="020B0503050203000203" pitchFamily="34" charset="0"/>
                        </a:rPr>
                        <a:t>Calculates the date of Easter for a given year.</a:t>
                      </a:r>
                      <a:endParaRPr lang="en-US" sz="80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>
                          <a:effectLst/>
                          <a:latin typeface="IBM Plex Sans Text" panose="020B0503050203000203" pitchFamily="34" charset="0"/>
                        </a:rPr>
                        <a:t>SQL</a:t>
                      </a:r>
                      <a:endParaRPr lang="en-US" sz="80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extLst>
                  <a:ext uri="{0D108BD9-81ED-4DB2-BD59-A6C34878D82A}">
                    <a16:rowId xmlns:a16="http://schemas.microsoft.com/office/drawing/2014/main" val="2305834008"/>
                  </a:ext>
                </a:extLst>
              </a:tr>
              <a:tr h="152236"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 b="0" u="none" dirty="0">
                          <a:effectLst/>
                          <a:latin typeface="IBM Plex Mono Text" panose="020B0509050203000203" pitchFamily="49" charset="0"/>
                          <a:hlinkClick r:id="rId8" tooltip="#_formattimesta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FORMATTIMESTAMP</a:t>
                      </a:r>
                      <a:endParaRPr lang="en-US" sz="800" b="0" u="none" dirty="0">
                        <a:solidFill>
                          <a:schemeClr val="tx1"/>
                        </a:solidFill>
                        <a:effectLst/>
                        <a:latin typeface="IBM Plex Mono Text" panose="020B0509050203000203" pitchFamily="49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>
                          <a:effectLst/>
                          <a:latin typeface="IBM Plex Sans Text" panose="020B0503050203000203" pitchFamily="34" charset="0"/>
                        </a:rPr>
                        <a:t>S</a:t>
                      </a:r>
                      <a:endParaRPr lang="en-US" sz="80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>
                          <a:effectLst/>
                          <a:latin typeface="IBM Plex Sans Text" panose="020B0503050203000203" pitchFamily="34" charset="0"/>
                        </a:rPr>
                        <a:t>Date and time</a:t>
                      </a:r>
                      <a:endParaRPr lang="en-US" sz="80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 dirty="0">
                          <a:effectLst/>
                          <a:latin typeface="IBM Plex Sans Text" panose="020B0503050203000203" pitchFamily="34" charset="0"/>
                        </a:rPr>
                        <a:t>Locale-sensitive formatting of a timestamp value.</a:t>
                      </a:r>
                      <a:endParaRPr lang="en-US" sz="80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>
                          <a:effectLst/>
                          <a:latin typeface="IBM Plex Sans Text" panose="020B0503050203000203" pitchFamily="34" charset="0"/>
                        </a:rPr>
                        <a:t>Java</a:t>
                      </a:r>
                      <a:endParaRPr lang="en-US" sz="80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extLst>
                  <a:ext uri="{0D108BD9-81ED-4DB2-BD59-A6C34878D82A}">
                    <a16:rowId xmlns:a16="http://schemas.microsoft.com/office/drawing/2014/main" val="725999339"/>
                  </a:ext>
                </a:extLst>
              </a:tr>
              <a:tr h="283529"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 b="0" u="none" dirty="0">
                          <a:effectLst/>
                          <a:latin typeface="IBM Plex Mono Text" panose="020B0509050203000203" pitchFamily="49" charset="0"/>
                          <a:hlinkClick r:id="rId9" tooltip="#_generate_series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GENERATE_SERIES</a:t>
                      </a:r>
                      <a:endParaRPr lang="en-US" sz="800" b="0" u="none" dirty="0">
                        <a:solidFill>
                          <a:schemeClr val="tx1"/>
                        </a:solidFill>
                        <a:effectLst/>
                        <a:latin typeface="IBM Plex Mono Text" panose="020B0509050203000203" pitchFamily="49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 dirty="0">
                          <a:effectLst/>
                          <a:latin typeface="IBM Plex Sans Text" panose="020B0503050203000203" pitchFamily="34" charset="0"/>
                        </a:rPr>
                        <a:t>T</a:t>
                      </a:r>
                      <a:endParaRPr lang="en-US" sz="80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 dirty="0">
                          <a:effectLst/>
                          <a:latin typeface="IBM Plex Sans Text" panose="020B0503050203000203" pitchFamily="34" charset="0"/>
                        </a:rPr>
                        <a:t>Data types</a:t>
                      </a:r>
                      <a:endParaRPr lang="en-US" sz="80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 dirty="0">
                          <a:effectLst/>
                          <a:latin typeface="IBM Plex Sans Text" panose="020B0503050203000203" pitchFamily="34" charset="0"/>
                        </a:rPr>
                        <a:t>Generate a series of values between a start and an end value, with an optional step.</a:t>
                      </a:r>
                      <a:endParaRPr lang="en-US" sz="80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>
                          <a:effectLst/>
                          <a:latin typeface="IBM Plex Sans Text" panose="020B0503050203000203" pitchFamily="34" charset="0"/>
                        </a:rPr>
                        <a:t>SQL</a:t>
                      </a:r>
                      <a:endParaRPr lang="en-US" sz="80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extLst>
                  <a:ext uri="{0D108BD9-81ED-4DB2-BD59-A6C34878D82A}">
                    <a16:rowId xmlns:a16="http://schemas.microsoft.com/office/drawing/2014/main" val="1906725440"/>
                  </a:ext>
                </a:extLst>
              </a:tr>
              <a:tr h="152236"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 b="0" u="none">
                          <a:effectLst/>
                          <a:latin typeface="IBM Plex Mono Text" panose="020B0509050203000203" pitchFamily="49" charset="0"/>
                          <a:hlinkClick r:id="rId10" tooltip="#_hextoint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HEXTOINT</a:t>
                      </a:r>
                      <a:endParaRPr lang="en-US" sz="800" b="0" u="none">
                        <a:solidFill>
                          <a:schemeClr val="tx1"/>
                        </a:solidFill>
                        <a:effectLst/>
                        <a:latin typeface="IBM Plex Mono Text" panose="020B0509050203000203" pitchFamily="49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>
                          <a:effectLst/>
                          <a:latin typeface="IBM Plex Sans Text" panose="020B0503050203000203" pitchFamily="34" charset="0"/>
                        </a:rPr>
                        <a:t>S</a:t>
                      </a:r>
                      <a:endParaRPr lang="en-US" sz="80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>
                          <a:effectLst/>
                          <a:latin typeface="IBM Plex Sans Text" panose="020B0503050203000203" pitchFamily="34" charset="0"/>
                        </a:rPr>
                        <a:t>Data types</a:t>
                      </a:r>
                      <a:endParaRPr lang="en-US" sz="80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 dirty="0">
                          <a:effectLst/>
                          <a:latin typeface="IBM Plex Sans Text" panose="020B0503050203000203" pitchFamily="34" charset="0"/>
                        </a:rPr>
                        <a:t>Converts a hex string to integer.</a:t>
                      </a:r>
                      <a:endParaRPr lang="en-US" sz="80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>
                          <a:effectLst/>
                          <a:latin typeface="IBM Plex Sans Text" panose="020B0503050203000203" pitchFamily="34" charset="0"/>
                        </a:rPr>
                        <a:t>SQL</a:t>
                      </a:r>
                      <a:endParaRPr lang="en-US" sz="80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extLst>
                  <a:ext uri="{0D108BD9-81ED-4DB2-BD59-A6C34878D82A}">
                    <a16:rowId xmlns:a16="http://schemas.microsoft.com/office/drawing/2014/main" val="3040618460"/>
                  </a:ext>
                </a:extLst>
              </a:tr>
              <a:tr h="152236"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 b="0" i="0" u="none" strike="noStrike" cap="none" spc="0" baseline="0" dirty="0">
                          <a:solidFill>
                            <a:schemeClr val="tx1"/>
                          </a:solidFill>
                          <a:effectLst/>
                          <a:uFillTx/>
                          <a:latin typeface="IBM Plex Mono Text" panose="020B0509050203000203" pitchFamily="49" charset="0"/>
                          <a:ea typeface="+mn-ea"/>
                          <a:cs typeface="+mn-cs"/>
                          <a:sym typeface="IBM Plex Sans"/>
                          <a:hlinkClick r:id="rId11" tooltip="#_racfprofile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RACFPROFILE</a:t>
                      </a:r>
                      <a:endParaRPr lang="en-US" sz="800" b="0" i="0" u="none" strike="noStrike" cap="none" spc="0" baseline="0" dirty="0">
                        <a:solidFill>
                          <a:schemeClr val="tx1"/>
                        </a:solidFill>
                        <a:effectLst/>
                        <a:uFillTx/>
                        <a:latin typeface="IBM Plex Mono Text" panose="020B0509050203000203" pitchFamily="49" charset="0"/>
                        <a:ea typeface="+mn-ea"/>
                        <a:cs typeface="+mn-cs"/>
                        <a:sym typeface="IBM Plex Sans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 b="0" i="0" u="none" strike="noStrike" cap="none" spc="0" baseline="0" dirty="0">
                          <a:solidFill>
                            <a:schemeClr val="tx1"/>
                          </a:solidFill>
                          <a:effectLst/>
                          <a:uFillTx/>
                          <a:latin typeface="IBM Plex Sans Text" panose="020B0503050203000203" pitchFamily="34" charset="0"/>
                          <a:ea typeface="+mn-ea"/>
                          <a:cs typeface="+mn-cs"/>
                          <a:sym typeface="IBM Plex Sans"/>
                        </a:rPr>
                        <a:t>S</a:t>
                      </a: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>
                          <a:effectLst/>
                          <a:latin typeface="IBM Plex Sans Text" panose="020B0503050203000203" pitchFamily="34" charset="0"/>
                        </a:rPr>
                        <a:t>System</a:t>
                      </a:r>
                      <a:endParaRPr lang="en-US" sz="80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 dirty="0">
                          <a:effectLst/>
                          <a:latin typeface="IBM Plex Sans Text" panose="020B0503050203000203" pitchFamily="34" charset="0"/>
                        </a:rPr>
                        <a:t>Returns the RACF profile that covers the input data set name.</a:t>
                      </a:r>
                      <a:endParaRPr lang="en-US" sz="80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>
                          <a:effectLst/>
                          <a:latin typeface="IBM Plex Sans Text" panose="020B0503050203000203" pitchFamily="34" charset="0"/>
                        </a:rPr>
                        <a:t>COBOL</a:t>
                      </a:r>
                      <a:endParaRPr lang="en-US" sz="80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extLst>
                  <a:ext uri="{0D108BD9-81ED-4DB2-BD59-A6C34878D82A}">
                    <a16:rowId xmlns:a16="http://schemas.microsoft.com/office/drawing/2014/main" val="3588023385"/>
                  </a:ext>
                </a:extLst>
              </a:tr>
              <a:tr h="152236"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 b="0" u="none">
                          <a:effectLst/>
                          <a:latin typeface="IBM Plex Mono Text" panose="020B0509050203000203" pitchFamily="49" charset="0"/>
                          <a:hlinkClick r:id="rId12" tooltip="#_read_generic_file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READ_GENERIC_FILE</a:t>
                      </a:r>
                      <a:endParaRPr lang="en-US" sz="800" b="0" u="none">
                        <a:solidFill>
                          <a:schemeClr val="tx1"/>
                        </a:solidFill>
                        <a:effectLst/>
                        <a:latin typeface="IBM Plex Mono Text" panose="020B0509050203000203" pitchFamily="49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 b="0" i="0" u="none" strike="noStrike" cap="none" spc="0" baseline="0" dirty="0">
                          <a:solidFill>
                            <a:schemeClr val="tx1"/>
                          </a:solidFill>
                          <a:effectLst/>
                          <a:uFillTx/>
                          <a:latin typeface="IBM Plex Sans Text" panose="020B0503050203000203" pitchFamily="34" charset="0"/>
                          <a:ea typeface="+mn-ea"/>
                          <a:cs typeface="+mn-cs"/>
                          <a:sym typeface="IBM Plex Sans"/>
                        </a:rPr>
                        <a:t>GT</a:t>
                      </a: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>
                          <a:effectLst/>
                          <a:latin typeface="IBM Plex Sans Text" panose="020B0503050203000203" pitchFamily="34" charset="0"/>
                        </a:rPr>
                        <a:t>System</a:t>
                      </a:r>
                      <a:endParaRPr lang="en-US" sz="80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 dirty="0">
                          <a:effectLst/>
                          <a:latin typeface="IBM Plex Sans Text" panose="020B0503050203000203" pitchFamily="34" charset="0"/>
                        </a:rPr>
                        <a:t>Reads records from a flat file and returns them as a table.</a:t>
                      </a:r>
                      <a:endParaRPr lang="en-US" sz="80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>
                          <a:effectLst/>
                          <a:latin typeface="IBM Plex Sans Text" panose="020B0503050203000203" pitchFamily="34" charset="0"/>
                        </a:rPr>
                        <a:t>C</a:t>
                      </a:r>
                      <a:endParaRPr lang="en-US" sz="80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extLst>
                  <a:ext uri="{0D108BD9-81ED-4DB2-BD59-A6C34878D82A}">
                    <a16:rowId xmlns:a16="http://schemas.microsoft.com/office/drawing/2014/main" val="1985876444"/>
                  </a:ext>
                </a:extLst>
              </a:tr>
              <a:tr h="152236"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 b="0" u="none" dirty="0">
                          <a:effectLst/>
                          <a:latin typeface="IBM Plex Mono Text" panose="020B0509050203000203" pitchFamily="49" charset="0"/>
                          <a:hlinkClick r:id="rId13" tooltip="#_regex_matches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REGEX_MATCHES</a:t>
                      </a:r>
                      <a:endParaRPr lang="en-US" sz="800" b="0" u="none" dirty="0">
                        <a:solidFill>
                          <a:schemeClr val="tx1"/>
                        </a:solidFill>
                        <a:effectLst/>
                        <a:latin typeface="IBM Plex Mono Text" panose="020B0509050203000203" pitchFamily="49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>
                          <a:effectLst/>
                          <a:latin typeface="IBM Plex Sans Text" panose="020B0503050203000203" pitchFamily="34" charset="0"/>
                        </a:rPr>
                        <a:t>S</a:t>
                      </a:r>
                      <a:endParaRPr lang="en-US" sz="80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>
                          <a:effectLst/>
                          <a:latin typeface="IBM Plex Sans Text" panose="020B0503050203000203" pitchFamily="34" charset="0"/>
                        </a:rPr>
                        <a:t>Strings</a:t>
                      </a:r>
                      <a:endParaRPr lang="en-US" sz="80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 dirty="0">
                          <a:effectLst/>
                          <a:latin typeface="IBM Plex Sans Text" panose="020B0503050203000203" pitchFamily="34" charset="0"/>
                        </a:rPr>
                        <a:t>Matches a regular expression against a string.</a:t>
                      </a:r>
                      <a:endParaRPr lang="en-US" sz="80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>
                          <a:effectLst/>
                          <a:latin typeface="IBM Plex Sans Text" panose="020B0503050203000203" pitchFamily="34" charset="0"/>
                        </a:rPr>
                        <a:t>Java or SQL</a:t>
                      </a:r>
                      <a:endParaRPr lang="en-US" sz="80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extLst>
                  <a:ext uri="{0D108BD9-81ED-4DB2-BD59-A6C34878D82A}">
                    <a16:rowId xmlns:a16="http://schemas.microsoft.com/office/drawing/2014/main" val="1882380269"/>
                  </a:ext>
                </a:extLst>
              </a:tr>
              <a:tr h="152236"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 b="0" u="none" dirty="0">
                          <a:effectLst/>
                          <a:latin typeface="IBM Plex Mono Text" panose="020B0509050203000203" pitchFamily="49" charset="0"/>
                          <a:hlinkClick r:id="rId14" tooltip="#_regex_replace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REGEX_REPLACE</a:t>
                      </a:r>
                      <a:endParaRPr lang="en-US" sz="800" b="0" u="none" dirty="0">
                        <a:solidFill>
                          <a:schemeClr val="tx1"/>
                        </a:solidFill>
                        <a:effectLst/>
                        <a:latin typeface="IBM Plex Mono Text" panose="020B0509050203000203" pitchFamily="49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>
                          <a:effectLst/>
                          <a:latin typeface="IBM Plex Sans Text" panose="020B0503050203000203" pitchFamily="34" charset="0"/>
                        </a:rPr>
                        <a:t>S</a:t>
                      </a:r>
                      <a:endParaRPr lang="en-US" sz="80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>
                          <a:effectLst/>
                          <a:latin typeface="IBM Plex Sans Text" panose="020B0503050203000203" pitchFamily="34" charset="0"/>
                        </a:rPr>
                        <a:t>Strings</a:t>
                      </a:r>
                      <a:endParaRPr lang="en-US" sz="80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 dirty="0">
                          <a:effectLst/>
                          <a:latin typeface="IBM Plex Sans Text" panose="020B0503050203000203" pitchFamily="34" charset="0"/>
                        </a:rPr>
                        <a:t>Replaces regular expression matches within a string.</a:t>
                      </a:r>
                      <a:endParaRPr lang="en-US" sz="80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>
                          <a:effectLst/>
                          <a:latin typeface="IBM Plex Sans Text" panose="020B0503050203000203" pitchFamily="34" charset="0"/>
                        </a:rPr>
                        <a:t>Java</a:t>
                      </a:r>
                      <a:endParaRPr lang="en-US" sz="80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extLst>
                  <a:ext uri="{0D108BD9-81ED-4DB2-BD59-A6C34878D82A}">
                    <a16:rowId xmlns:a16="http://schemas.microsoft.com/office/drawing/2014/main" val="41938958"/>
                  </a:ext>
                </a:extLst>
              </a:tr>
              <a:tr h="152236"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 b="0" u="none" dirty="0">
                          <a:effectLst/>
                          <a:latin typeface="IBM Plex Mono Text" panose="020B0509050203000203" pitchFamily="49" charset="0"/>
                          <a:hlinkClick r:id="rId15" tooltip="#_runstats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RUNSTATS</a:t>
                      </a:r>
                      <a:endParaRPr lang="en-US" sz="800" b="0" u="none" dirty="0">
                        <a:solidFill>
                          <a:schemeClr val="tx1"/>
                        </a:solidFill>
                        <a:effectLst/>
                        <a:latin typeface="IBM Plex Mono Text" panose="020B0509050203000203" pitchFamily="49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>
                          <a:effectLst/>
                          <a:latin typeface="IBM Plex Sans Text" panose="020B0503050203000203" pitchFamily="34" charset="0"/>
                        </a:rPr>
                        <a:t>S</a:t>
                      </a:r>
                      <a:endParaRPr lang="en-US" sz="80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>
                          <a:effectLst/>
                          <a:latin typeface="IBM Plex Sans Text" panose="020B0503050203000203" pitchFamily="34" charset="0"/>
                        </a:rPr>
                        <a:t>Utilities</a:t>
                      </a:r>
                      <a:endParaRPr lang="en-US" sz="80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 dirty="0">
                          <a:effectLst/>
                          <a:latin typeface="IBM Plex Sans Text" panose="020B0503050203000203" pitchFamily="34" charset="0"/>
                        </a:rPr>
                        <a:t>Runs statistics against a table or a set of tables.</a:t>
                      </a:r>
                      <a:endParaRPr lang="en-US" sz="80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>
                          <a:effectLst/>
                          <a:latin typeface="IBM Plex Sans Text" panose="020B0503050203000203" pitchFamily="34" charset="0"/>
                        </a:rPr>
                        <a:t>SQL</a:t>
                      </a:r>
                      <a:endParaRPr lang="en-US" sz="80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extLst>
                  <a:ext uri="{0D108BD9-81ED-4DB2-BD59-A6C34878D82A}">
                    <a16:rowId xmlns:a16="http://schemas.microsoft.com/office/drawing/2014/main" val="2838696396"/>
                  </a:ext>
                </a:extLst>
              </a:tr>
              <a:tr h="152236"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 b="0" u="none" dirty="0">
                          <a:effectLst/>
                          <a:latin typeface="IBM Plex Mono Text" panose="020B0509050203000203" pitchFamily="49" charset="0"/>
                          <a:hlinkClick r:id="rId16" tooltip="#_split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SPLIT</a:t>
                      </a:r>
                      <a:endParaRPr lang="en-US" sz="800" b="0" u="none" dirty="0">
                        <a:solidFill>
                          <a:schemeClr val="tx1"/>
                        </a:solidFill>
                        <a:effectLst/>
                        <a:latin typeface="IBM Plex Mono Text" panose="020B0509050203000203" pitchFamily="49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>
                          <a:effectLst/>
                          <a:latin typeface="IBM Plex Sans Text" panose="020B0503050203000203" pitchFamily="34" charset="0"/>
                        </a:rPr>
                        <a:t>T</a:t>
                      </a:r>
                      <a:endParaRPr lang="en-US" sz="80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>
                          <a:effectLst/>
                          <a:latin typeface="IBM Plex Sans Text" panose="020B0503050203000203" pitchFamily="34" charset="0"/>
                        </a:rPr>
                        <a:t>Text</a:t>
                      </a:r>
                      <a:endParaRPr lang="en-US" sz="80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 dirty="0">
                          <a:effectLst/>
                          <a:latin typeface="IBM Plex Sans Text" panose="020B0503050203000203" pitchFamily="34" charset="0"/>
                        </a:rPr>
                        <a:t>Tokenizes a comma-separated string (inverse of LISTAGG).</a:t>
                      </a:r>
                      <a:endParaRPr lang="en-US" sz="80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>
                          <a:effectLst/>
                          <a:latin typeface="IBM Plex Sans Text" panose="020B0503050203000203" pitchFamily="34" charset="0"/>
                        </a:rPr>
                        <a:t>SQL</a:t>
                      </a:r>
                      <a:endParaRPr lang="en-US" sz="80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extLst>
                  <a:ext uri="{0D108BD9-81ED-4DB2-BD59-A6C34878D82A}">
                    <a16:rowId xmlns:a16="http://schemas.microsoft.com/office/drawing/2014/main" val="993922555"/>
                  </a:ext>
                </a:extLst>
              </a:tr>
              <a:tr h="152236"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 b="0" u="none" dirty="0">
                          <a:effectLst/>
                          <a:latin typeface="IBM Plex Mono Text" panose="020B0509050203000203" pitchFamily="49" charset="0"/>
                          <a:hlinkClick r:id="rId17" tooltip="#_sprintf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SPRINTF</a:t>
                      </a:r>
                      <a:endParaRPr lang="en-US" sz="800" b="0" u="none" dirty="0">
                        <a:solidFill>
                          <a:schemeClr val="tx1"/>
                        </a:solidFill>
                        <a:effectLst/>
                        <a:latin typeface="IBM Plex Mono Text" panose="020B0509050203000203" pitchFamily="49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>
                          <a:effectLst/>
                          <a:latin typeface="IBM Plex Sans Text" panose="020B0503050203000203" pitchFamily="34" charset="0"/>
                        </a:rPr>
                        <a:t>T</a:t>
                      </a:r>
                      <a:endParaRPr lang="en-US" sz="80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>
                          <a:effectLst/>
                          <a:latin typeface="IBM Plex Sans Text" panose="020B0503050203000203" pitchFamily="34" charset="0"/>
                        </a:rPr>
                        <a:t>Text</a:t>
                      </a:r>
                      <a:endParaRPr lang="en-US" sz="80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 dirty="0">
                          <a:effectLst/>
                          <a:latin typeface="IBM Plex Sans Text" panose="020B0503050203000203" pitchFamily="34" charset="0"/>
                        </a:rPr>
                        <a:t>Formats one or more values according to a Java-style format string.</a:t>
                      </a:r>
                      <a:endParaRPr lang="en-US" sz="80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>
                          <a:effectLst/>
                          <a:latin typeface="IBM Plex Sans Text" panose="020B0503050203000203" pitchFamily="34" charset="0"/>
                        </a:rPr>
                        <a:t>Java</a:t>
                      </a:r>
                      <a:endParaRPr lang="en-US" sz="80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extLst>
                  <a:ext uri="{0D108BD9-81ED-4DB2-BD59-A6C34878D82A}">
                    <a16:rowId xmlns:a16="http://schemas.microsoft.com/office/drawing/2014/main" val="526321570"/>
                  </a:ext>
                </a:extLst>
              </a:tr>
              <a:tr h="152236"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 b="0" u="none" dirty="0">
                          <a:effectLst/>
                          <a:latin typeface="IBM Plex Mono Text" panose="020B0509050203000203" pitchFamily="49" charset="0"/>
                          <a:hlinkClick r:id="rId18" tooltip="#:submit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SUBMIT</a:t>
                      </a:r>
                      <a:endParaRPr lang="en-US" sz="800" b="0" u="none" dirty="0">
                        <a:solidFill>
                          <a:schemeClr val="tx1"/>
                        </a:solidFill>
                        <a:effectLst/>
                        <a:latin typeface="IBM Plex Mono Text" panose="020B0509050203000203" pitchFamily="49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>
                          <a:effectLst/>
                          <a:latin typeface="IBM Plex Sans Text" panose="020B0503050203000203" pitchFamily="34" charset="0"/>
                        </a:rPr>
                        <a:t>S</a:t>
                      </a:r>
                      <a:endParaRPr lang="en-US" sz="80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>
                          <a:effectLst/>
                          <a:latin typeface="IBM Plex Sans Text" panose="020B0503050203000203" pitchFamily="34" charset="0"/>
                        </a:rPr>
                        <a:t>Utilities</a:t>
                      </a:r>
                      <a:endParaRPr lang="en-US" sz="80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 dirty="0">
                          <a:effectLst/>
                          <a:latin typeface="IBM Plex Sans Text" panose="020B0503050203000203" pitchFamily="34" charset="0"/>
                        </a:rPr>
                        <a:t>Submits a JCL job stream and returns the job output as a CLOB.</a:t>
                      </a:r>
                      <a:endParaRPr lang="en-US" sz="80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>
                          <a:effectLst/>
                          <a:latin typeface="IBM Plex Sans Text" panose="020B0503050203000203" pitchFamily="34" charset="0"/>
                        </a:rPr>
                        <a:t>SQL</a:t>
                      </a:r>
                      <a:endParaRPr lang="en-US" sz="80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extLst>
                  <a:ext uri="{0D108BD9-81ED-4DB2-BD59-A6C34878D82A}">
                    <a16:rowId xmlns:a16="http://schemas.microsoft.com/office/drawing/2014/main" val="1116575045"/>
                  </a:ext>
                </a:extLst>
              </a:tr>
              <a:tr h="152236"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 b="0" u="none" dirty="0">
                          <a:effectLst/>
                          <a:latin typeface="IBM Plex Mono Text" panose="020B0509050203000203" pitchFamily="49" charset="0"/>
                          <a:hlinkClick r:id="rId18" tooltip="#:submit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SUBMIT_T</a:t>
                      </a:r>
                      <a:endParaRPr lang="en-US" sz="800" b="0" u="none" dirty="0">
                        <a:solidFill>
                          <a:schemeClr val="tx1"/>
                        </a:solidFill>
                        <a:effectLst/>
                        <a:latin typeface="IBM Plex Mono Text" panose="020B0509050203000203" pitchFamily="49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>
                          <a:effectLst/>
                          <a:latin typeface="IBM Plex Sans Text" panose="020B0503050203000203" pitchFamily="34" charset="0"/>
                        </a:rPr>
                        <a:t>T</a:t>
                      </a:r>
                      <a:endParaRPr lang="en-US" sz="80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>
                          <a:effectLst/>
                          <a:latin typeface="IBM Plex Sans Text" panose="020B0503050203000203" pitchFamily="34" charset="0"/>
                        </a:rPr>
                        <a:t>Utilities</a:t>
                      </a:r>
                      <a:endParaRPr lang="en-US" sz="80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 dirty="0">
                          <a:effectLst/>
                          <a:latin typeface="IBM Plex Sans Text" panose="020B0503050203000203" pitchFamily="34" charset="0"/>
                        </a:rPr>
                        <a:t>Submits a JCL job stream and returns the job output as a table.</a:t>
                      </a:r>
                      <a:endParaRPr lang="en-US" sz="80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>
                          <a:effectLst/>
                          <a:latin typeface="IBM Plex Sans Text" panose="020B0503050203000203" pitchFamily="34" charset="0"/>
                        </a:rPr>
                        <a:t>SQL</a:t>
                      </a:r>
                      <a:endParaRPr lang="en-US" sz="80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extLst>
                  <a:ext uri="{0D108BD9-81ED-4DB2-BD59-A6C34878D82A}">
                    <a16:rowId xmlns:a16="http://schemas.microsoft.com/office/drawing/2014/main" val="3289395775"/>
                  </a:ext>
                </a:extLst>
              </a:tr>
              <a:tr h="152236"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 b="0" u="none" dirty="0">
                          <a:effectLst/>
                          <a:latin typeface="IBM Plex Mono Text" panose="020B0509050203000203" pitchFamily="49" charset="0"/>
                          <a:hlinkClick r:id="rId19" tooltip="#_to_roman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TO_ROMAN</a:t>
                      </a:r>
                      <a:endParaRPr lang="en-US" sz="800" b="0" u="none" dirty="0">
                        <a:solidFill>
                          <a:schemeClr val="tx1"/>
                        </a:solidFill>
                        <a:effectLst/>
                        <a:latin typeface="IBM Plex Mono Text" panose="020B0509050203000203" pitchFamily="49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>
                          <a:effectLst/>
                          <a:latin typeface="IBM Plex Sans Text" panose="020B0503050203000203" pitchFamily="34" charset="0"/>
                        </a:rPr>
                        <a:t>S</a:t>
                      </a:r>
                      <a:endParaRPr lang="en-US" sz="80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>
                          <a:effectLst/>
                          <a:latin typeface="IBM Plex Sans Text" panose="020B0503050203000203" pitchFamily="34" charset="0"/>
                        </a:rPr>
                        <a:t>Data types</a:t>
                      </a:r>
                      <a:endParaRPr lang="en-US" sz="80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 dirty="0">
                          <a:effectLst/>
                          <a:latin typeface="IBM Plex Sans Text" panose="020B0503050203000203" pitchFamily="34" charset="0"/>
                        </a:rPr>
                        <a:t>Converts a small integer to a Roman numeral.</a:t>
                      </a:r>
                      <a:endParaRPr lang="en-US" sz="80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>
                          <a:effectLst/>
                          <a:latin typeface="IBM Plex Sans Text" panose="020B0503050203000203" pitchFamily="34" charset="0"/>
                        </a:rPr>
                        <a:t>SQL</a:t>
                      </a:r>
                      <a:endParaRPr lang="en-US" sz="80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extLst>
                  <a:ext uri="{0D108BD9-81ED-4DB2-BD59-A6C34878D82A}">
                    <a16:rowId xmlns:a16="http://schemas.microsoft.com/office/drawing/2014/main" val="1767613059"/>
                  </a:ext>
                </a:extLst>
              </a:tr>
              <a:tr h="354676"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 b="0" u="none" dirty="0">
                          <a:effectLst/>
                          <a:latin typeface="IBM Plex Mono Text" panose="020B0509050203000203" pitchFamily="49" charset="0"/>
                          <a:hlinkClick r:id="rId20" tooltip="#:try_integer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TRY_INTEGER, TRY_SMALLINT,</a:t>
                      </a:r>
                      <a:br>
                        <a:rPr lang="en-US" sz="800" b="0" u="none" dirty="0">
                          <a:effectLst/>
                          <a:latin typeface="IBM Plex Mono Text" panose="020B0509050203000203" pitchFamily="49" charset="0"/>
                          <a:hlinkClick r:id="rId20" tooltip="#:try_integer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</a:br>
                      <a:r>
                        <a:rPr lang="en-US" sz="800" b="0" u="none" dirty="0">
                          <a:effectLst/>
                          <a:latin typeface="IBM Plex Mono Text" panose="020B0509050203000203" pitchFamily="49" charset="0"/>
                          <a:hlinkClick r:id="rId20" tooltip="#:try_integer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TRY_BIGINT</a:t>
                      </a:r>
                      <a:endParaRPr lang="en-US" sz="800" b="0" u="none" dirty="0">
                        <a:solidFill>
                          <a:schemeClr val="tx1"/>
                        </a:solidFill>
                        <a:effectLst/>
                        <a:latin typeface="IBM Plex Mono Text" panose="020B0509050203000203" pitchFamily="49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 dirty="0">
                          <a:effectLst/>
                          <a:latin typeface="IBM Plex Sans Text" panose="020B0503050203000203" pitchFamily="34" charset="0"/>
                        </a:rPr>
                        <a:t>S</a:t>
                      </a:r>
                      <a:endParaRPr lang="en-US" sz="80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>
                          <a:effectLst/>
                          <a:latin typeface="IBM Plex Sans Text" panose="020B0503050203000203" pitchFamily="34" charset="0"/>
                        </a:rPr>
                        <a:t>Data types</a:t>
                      </a:r>
                      <a:endParaRPr lang="en-US" sz="80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 dirty="0">
                          <a:effectLst/>
                          <a:latin typeface="IBM Plex Sans Text" panose="020B0503050203000203" pitchFamily="34" charset="0"/>
                        </a:rPr>
                        <a:t>Returns text converted to an integer or NULL on failure.</a:t>
                      </a:r>
                      <a:endParaRPr lang="en-US" sz="80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 dirty="0">
                          <a:effectLst/>
                          <a:latin typeface="IBM Plex Sans Text" panose="020B0503050203000203" pitchFamily="34" charset="0"/>
                        </a:rPr>
                        <a:t>SQL</a:t>
                      </a:r>
                      <a:endParaRPr lang="en-US" sz="80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extLst>
                  <a:ext uri="{0D108BD9-81ED-4DB2-BD59-A6C34878D82A}">
                    <a16:rowId xmlns:a16="http://schemas.microsoft.com/office/drawing/2014/main" val="1296017568"/>
                  </a:ext>
                </a:extLst>
              </a:tr>
              <a:tr h="234685"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 b="0" u="none" dirty="0">
                          <a:effectLst/>
                          <a:latin typeface="IBM Plex Mono Text" panose="020B0509050203000203" pitchFamily="49" charset="0"/>
                          <a:hlinkClick r:id="rId21" tooltip="#_validate_conversion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VALIDATE_CONVERSION</a:t>
                      </a:r>
                      <a:endParaRPr lang="en-US" sz="800" b="0" u="none" dirty="0">
                        <a:solidFill>
                          <a:schemeClr val="tx1"/>
                        </a:solidFill>
                        <a:effectLst/>
                        <a:latin typeface="IBM Plex Mono Text" panose="020B0509050203000203" pitchFamily="49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>
                          <a:effectLst/>
                          <a:latin typeface="IBM Plex Sans Text" panose="020B0503050203000203" pitchFamily="34" charset="0"/>
                        </a:rPr>
                        <a:t>T</a:t>
                      </a:r>
                      <a:endParaRPr lang="en-US" sz="80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>
                          <a:effectLst/>
                          <a:latin typeface="IBM Plex Sans Text" panose="020B0503050203000203" pitchFamily="34" charset="0"/>
                        </a:rPr>
                        <a:t>Data types</a:t>
                      </a:r>
                      <a:endParaRPr lang="en-US" sz="800" b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 dirty="0">
                          <a:effectLst/>
                          <a:latin typeface="IBM Plex Sans Text" panose="020B0503050203000203" pitchFamily="34" charset="0"/>
                        </a:rPr>
                        <a:t>Tests whether a given string can be converted to a specified target type.</a:t>
                      </a:r>
                      <a:endParaRPr lang="en-US" sz="80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 dirty="0">
                          <a:effectLst/>
                          <a:latin typeface="IBM Plex Sans Text" panose="020B0503050203000203" pitchFamily="34" charset="0"/>
                        </a:rPr>
                        <a:t>SQL</a:t>
                      </a:r>
                      <a:endParaRPr lang="en-US" sz="800" b="0" dirty="0">
                        <a:solidFill>
                          <a:schemeClr val="tx1"/>
                        </a:solidFill>
                        <a:effectLst/>
                        <a:latin typeface="IBM Plex Sans Text" panose="020B0503050203000203" pitchFamily="34" charset="0"/>
                      </a:endParaRPr>
                    </a:p>
                  </a:txBody>
                  <a:tcPr marL="21880" marR="21880" marT="10940" marB="10940"/>
                </a:tc>
                <a:extLst>
                  <a:ext uri="{0D108BD9-81ED-4DB2-BD59-A6C34878D82A}">
                    <a16:rowId xmlns:a16="http://schemas.microsoft.com/office/drawing/2014/main" val="4153849728"/>
                  </a:ext>
                </a:extLst>
              </a:tr>
              <a:tr h="234685"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 b="0" u="none" dirty="0">
                          <a:solidFill>
                            <a:schemeClr val="tx1"/>
                          </a:solidFill>
                          <a:effectLst/>
                          <a:latin typeface="IBM Plex Mono Text" panose="020B0509050203000203" pitchFamily="49" charset="0"/>
                        </a:rPr>
                        <a:t>UNLOAD_CSV</a:t>
                      </a: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 b="0" i="0" u="none" strike="noStrike" cap="none" spc="0" baseline="0" dirty="0">
                          <a:solidFill>
                            <a:schemeClr val="tx1"/>
                          </a:solidFill>
                          <a:effectLst/>
                          <a:uFillTx/>
                          <a:latin typeface="IBM Plex Sans Text" panose="020B0503050203000203" pitchFamily="34" charset="0"/>
                          <a:ea typeface="+mn-ea"/>
                          <a:cs typeface="+mn-cs"/>
                          <a:sym typeface="IBM Plex Sans"/>
                        </a:rPr>
                        <a:t>S</a:t>
                      </a: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 b="0" i="0" u="none" strike="noStrike" cap="none" spc="0" baseline="0" dirty="0">
                          <a:solidFill>
                            <a:schemeClr val="tx1"/>
                          </a:solidFill>
                          <a:effectLst/>
                          <a:uFillTx/>
                          <a:latin typeface="IBM Plex Sans Text" panose="020B0503050203000203" pitchFamily="34" charset="0"/>
                          <a:ea typeface="+mn-ea"/>
                          <a:cs typeface="+mn-cs"/>
                          <a:sym typeface="IBM Plex Sans"/>
                        </a:rPr>
                        <a:t>Utilities</a:t>
                      </a: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 b="0" i="0" u="none" strike="noStrike" cap="none" spc="0" baseline="0" dirty="0">
                          <a:solidFill>
                            <a:schemeClr val="tx1"/>
                          </a:solidFill>
                          <a:effectLst/>
                          <a:uFillTx/>
                          <a:latin typeface="IBM Plex Sans Text" panose="020B0503050203000203" pitchFamily="34" charset="0"/>
                          <a:ea typeface="+mn-ea"/>
                          <a:cs typeface="+mn-cs"/>
                          <a:sym typeface="IBM Plex Sans"/>
                        </a:rPr>
                        <a:t>Unloads the result of a SELECT statement in user-defined CSV format</a:t>
                      </a: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800" b="0" i="0" u="none" strike="noStrike" cap="none" spc="0" baseline="0" dirty="0">
                          <a:solidFill>
                            <a:schemeClr val="tx1"/>
                          </a:solidFill>
                          <a:effectLst/>
                          <a:uFillTx/>
                          <a:latin typeface="IBM Plex Sans Text" panose="020B0503050203000203" pitchFamily="34" charset="0"/>
                          <a:ea typeface="+mn-ea"/>
                          <a:cs typeface="+mn-cs"/>
                          <a:sym typeface="IBM Plex Sans"/>
                        </a:rPr>
                        <a:t>Java</a:t>
                      </a:r>
                    </a:p>
                  </a:txBody>
                  <a:tcPr marL="21880" marR="21880" marT="10940" marB="10940"/>
                </a:tc>
                <a:extLst>
                  <a:ext uri="{0D108BD9-81ED-4DB2-BD59-A6C34878D82A}">
                    <a16:rowId xmlns:a16="http://schemas.microsoft.com/office/drawing/2014/main" val="419839917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99449055"/>
      </p:ext>
    </p:extLst>
  </p:cSld>
  <p:clrMapOvr>
    <a:masterClrMapping/>
  </p:clrMapOvr>
  <p:transition spd="med"/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54132289"/>
      </p:ext>
    </p:extLst>
  </p:cSld>
  <p:clrMapOvr>
    <a:masterClrMapping/>
  </p:clrMapOvr>
  <p:transition spd="med"/>
</p:sld>
</file>

<file path=ppt/theme/theme1.xml><?xml version="1.0" encoding="utf-8"?>
<a:theme xmlns:a="http://schemas.openxmlformats.org/drawingml/2006/main" name="IBM Expert Labs template">
  <a:themeElements>
    <a:clrScheme name="Custom 1">
      <a:dk1>
        <a:srgbClr val="FFFFFF"/>
      </a:dk1>
      <a:lt1>
        <a:srgbClr val="000000"/>
      </a:lt1>
      <a:dk2>
        <a:srgbClr val="FFFFFF"/>
      </a:dk2>
      <a:lt2>
        <a:srgbClr val="000000"/>
      </a:lt2>
      <a:accent1>
        <a:srgbClr val="0F62FE"/>
      </a:accent1>
      <a:accent2>
        <a:srgbClr val="A56EFF"/>
      </a:accent2>
      <a:accent3>
        <a:srgbClr val="003A6D"/>
      </a:accent3>
      <a:accent4>
        <a:srgbClr val="009D9A"/>
      </a:accent4>
      <a:accent5>
        <a:srgbClr val="9F1853"/>
      </a:accent5>
      <a:accent6>
        <a:srgbClr val="FA4D56"/>
      </a:accent6>
      <a:hlink>
        <a:srgbClr val="0F62FE"/>
      </a:hlink>
      <a:folHlink>
        <a:srgbClr val="6F6F6F"/>
      </a:folHlink>
    </a:clrScheme>
    <a:fontScheme name="IBM Plex">
      <a:majorFont>
        <a:latin typeface="IBM Plex Sans Light"/>
        <a:ea typeface=""/>
        <a:cs typeface=""/>
      </a:majorFont>
      <a:minorFont>
        <a:latin typeface="IBM Plex Sans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rgbClr val="E5F6FF"/>
        </a:solidFill>
        <a:ln w="19050">
          <a:solidFill>
            <a:srgbClr val="E5F6FF"/>
          </a:solidFill>
          <a:headEnd type="none" w="med" len="med"/>
          <a:tailEnd type="none" w="med" len="med"/>
        </a:ln>
        <a:effectLst/>
      </a:spPr>
      <a:bodyPr vert="horz" wrap="square" lIns="91440" tIns="91440" rIns="91440" bIns="91440" numCol="1" rtlCol="0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IBM Plex Sans Light"/>
          <a:buNone/>
          <a:tabLst/>
          <a:defRPr kumimoji="0" sz="1400" b="0" i="0" u="none" strike="noStrike" cap="none" normalizeH="0" baseline="0" dirty="0">
            <a:ln>
              <a:noFill/>
            </a:ln>
            <a:solidFill>
              <a:schemeClr val="bg1"/>
            </a:solidFill>
            <a:effectLst/>
            <a:latin typeface="+mn-lt"/>
          </a:defRPr>
        </a:defPPr>
      </a:lstStyle>
      <a:style>
        <a:lnRef idx="2">
          <a:schemeClr val="accent6"/>
        </a:lnRef>
        <a:fillRef idx="1">
          <a:schemeClr val="lt1"/>
        </a:fillRef>
        <a:effectRef idx="0">
          <a:schemeClr val="accent6"/>
        </a:effectRef>
        <a:fontRef idx="minor">
          <a:schemeClr val="dk1"/>
        </a:fontRef>
      </a:style>
    </a:spDef>
    <a:lnDef>
      <a:spPr bwMode="auto">
        <a:ln w="12700">
          <a:solidFill>
            <a:schemeClr val="tx1"/>
          </a:solidFill>
          <a:headEnd type="none" w="med" len="med"/>
          <a:tailEnd type="none" w="med" len="med"/>
        </a:ln>
        <a:effectLst/>
      </a:spPr>
      <a:bodyPr/>
      <a:lstStyle/>
      <a:style>
        <a:lnRef idx="1">
          <a:schemeClr val="dk1"/>
        </a:lnRef>
        <a:fillRef idx="0">
          <a:schemeClr val="dk1"/>
        </a:fillRef>
        <a:effectRef idx="0">
          <a:schemeClr val="dk1"/>
        </a:effectRef>
        <a:fontRef idx="minor">
          <a:schemeClr val="tx1"/>
        </a:fontRef>
      </a:style>
    </a:lnDef>
    <a:txDef>
      <a:spPr>
        <a:ln w="12700">
          <a:miter lim="400000"/>
        </a:ln>
        <a:extLst>
          <a:ext uri="{C572A759-6A51-4108-AA02-DFA0A04FC94B}">
            <ma14:wrappingTextBoxFlag xmlns:r="http://schemas.openxmlformats.org/officeDocument/2006/relationships" xmlns:p="http://schemas.openxmlformats.org/presentationml/2006/main" xmlns="" xmlns:m="http://schemas.openxmlformats.org/officeDocument/2006/math" xmlns:a14="http://schemas.microsoft.com/office/drawing/2010/main" xmlns:ma14="http://schemas.microsoft.com/office/mac/drawingml/2011/main" val="1"/>
          </a:ext>
        </a:extLst>
      </a:spPr>
      <a:bodyPr wrap="square" lIns="0" tIns="0" rIns="0" bIns="0" rtlCol="0">
        <a:noAutofit/>
      </a:bodyPr>
      <a:lstStyle>
        <a:defPPr marL="444465" indent="-446749" algn="l" defTabSz="2438400">
          <a:spcBef>
            <a:spcPts val="2900"/>
          </a:spcBef>
          <a:buSzPct val="100000"/>
          <a:buFontTx/>
          <a:buChar char="–"/>
          <a:defRPr kern="0" dirty="0" smtClean="0">
            <a:solidFill>
              <a:srgbClr val="000000"/>
            </a:solidFill>
            <a:ea typeface="+mj-ea"/>
            <a:cs typeface="+mj-cs"/>
            <a:sym typeface="IBM Plex Sans Light"/>
          </a:defRPr>
        </a:defPPr>
      </a:lstStyle>
    </a:txDef>
  </a:objectDefaults>
  <a:extraClrSchemeLst/>
  <a:custClrLst>
    <a:custClr name="Gray 100">
      <a:srgbClr val="161616"/>
    </a:custClr>
    <a:custClr name="Gray 90">
      <a:srgbClr val="262626"/>
    </a:custClr>
    <a:custClr name="Gray 80">
      <a:srgbClr val="393939"/>
    </a:custClr>
    <a:custClr name="Gray 70">
      <a:srgbClr val="525252"/>
    </a:custClr>
    <a:custClr name="Gray 60">
      <a:srgbClr val="6F6F6F"/>
    </a:custClr>
    <a:custClr name="Gray 50">
      <a:srgbClr val="8D8D8D"/>
    </a:custClr>
    <a:custClr name="Gray 40">
      <a:srgbClr val="A8A8A8"/>
    </a:custClr>
    <a:custClr name="Gray 30">
      <a:srgbClr val="C6C6C6"/>
    </a:custClr>
    <a:custClr name="Gray 20">
      <a:srgbClr val="E0E0E0"/>
    </a:custClr>
    <a:custClr name="Gray 10">
      <a:srgbClr val="F4F4F4"/>
    </a:custClr>
    <a:custClr name="Blue 100">
      <a:srgbClr val="001141"/>
    </a:custClr>
    <a:custClr name="Blue 90">
      <a:srgbClr val="001D6C"/>
    </a:custClr>
    <a:custClr name="Blue 80">
      <a:srgbClr val="002D9C"/>
    </a:custClr>
    <a:custClr name="Blue 70">
      <a:srgbClr val="0043CE"/>
    </a:custClr>
    <a:custClr name="Blue 60">
      <a:srgbClr val="0F62FE"/>
    </a:custClr>
    <a:custClr name="Cyan 50">
      <a:srgbClr val="1192E8"/>
    </a:custClr>
    <a:custClr name="Cyan 40">
      <a:srgbClr val="33B1FF"/>
    </a:custClr>
    <a:custClr name="Cyan 30">
      <a:srgbClr val="82CFFF"/>
    </a:custClr>
    <a:custClr name="Cyan 20">
      <a:srgbClr val="BAE6FF"/>
    </a:custClr>
    <a:custClr name="Cyan 10">
      <a:srgbClr val="E5F6FF"/>
    </a:custClr>
    <a:custClr name="Red 60">
      <a:srgbClr val="DA1E28"/>
    </a:custClr>
    <a:custClr name="Red 50">
      <a:srgbClr val="FA4D56"/>
    </a:custClr>
    <a:custClr name="Red 30">
      <a:srgbClr val="FFB3B8"/>
    </a:custClr>
    <a:custClr name="Red 20">
      <a:srgbClr val="FFD7D9"/>
    </a:custClr>
    <a:custClr name="Red 10">
      <a:srgbClr val="FFF1F1"/>
    </a:custClr>
    <a:custClr name="Magenta 60">
      <a:srgbClr val="D02670"/>
    </a:custClr>
    <a:custClr name="Magenta 50">
      <a:srgbClr val="EE5396"/>
    </a:custClr>
    <a:custClr name="Magenta 30">
      <a:srgbClr val="FFAFD2"/>
    </a:custClr>
    <a:custClr name="Magenta 20">
      <a:srgbClr val="FFD6E8"/>
    </a:custClr>
    <a:custClr name="Magenta 10">
      <a:srgbClr val="FFF0F7"/>
    </a:custClr>
    <a:custClr name="Purple 60">
      <a:srgbClr val="8A3FFC"/>
    </a:custClr>
    <a:custClr name="Purple 50">
      <a:srgbClr val="A56EFF"/>
    </a:custClr>
    <a:custClr name="Purple 30">
      <a:srgbClr val="D4BBFF"/>
    </a:custClr>
    <a:custClr name="Purple 20">
      <a:srgbClr val="E8DAFF"/>
    </a:custClr>
    <a:custClr name="Purple 10">
      <a:srgbClr val="F6F2FF"/>
    </a:custClr>
    <a:custClr name="Teal 60">
      <a:srgbClr val="007D79"/>
    </a:custClr>
    <a:custClr name="Teal 50">
      <a:srgbClr val="009D9A"/>
    </a:custClr>
    <a:custClr name="Teal 30">
      <a:srgbClr val="3DDBD9"/>
    </a:custClr>
    <a:custClr name="Teal 20">
      <a:srgbClr val="9EF0F0"/>
    </a:custClr>
    <a:custClr name="Teal 10">
      <a:srgbClr val="D9FBFB"/>
    </a:custClr>
    <a:custClr name="Green 60">
      <a:srgbClr val="198038"/>
    </a:custClr>
    <a:custClr name="Green 50">
      <a:srgbClr val="24A148"/>
    </a:custClr>
    <a:custClr name="Green 30">
      <a:srgbClr val="6FDC8C"/>
    </a:custClr>
    <a:custClr name="Green 20">
      <a:srgbClr val="A7F0BA"/>
    </a:custClr>
    <a:custClr name="Green 10">
      <a:srgbClr val="DEFBE6"/>
    </a:custClr>
    <a:custClr name="Yellow 30">
      <a:srgbClr val="F1C21B"/>
    </a:custClr>
    <a:custClr name="Yellow 20">
      <a:srgbClr val="FDDC69"/>
    </a:custClr>
    <a:custClr name="Yellow 10">
      <a:srgbClr val="FCF4D6"/>
    </a:custClr>
    <a:custClr name="Blue 20">
      <a:srgbClr val="D0E2FF"/>
    </a:custClr>
    <a:custClr name="Blue 10">
      <a:srgbClr val="EDF5FF"/>
    </a:custClr>
  </a:custClrLst>
  <a:extLst>
    <a:ext uri="{05A4C25C-085E-4340-85A3-A5531E510DB2}">
      <thm15:themeFamily xmlns:thm15="http://schemas.microsoft.com/office/thememl/2012/main" name="1730368918050" id="{31DF0289-1028-6943-A020-36845773A867}" vid="{420903E5-FF27-9C4D-AB14-78ABBED49DF3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Bob for Db2</Template>
  <TotalTime>3162</TotalTime>
  <Words>2446</Words>
  <Application>Microsoft Office PowerPoint</Application>
  <PresentationFormat>On-screen Show (16:9)</PresentationFormat>
  <Paragraphs>349</Paragraphs>
  <Slides>35</Slides>
  <Notes>0</Notes>
  <HiddenSlides>3</HiddenSlides>
  <MMClips>0</MMClips>
  <ScaleCrop>false</ScaleCrop>
  <HeadingPairs>
    <vt:vector size="6" baseType="variant">
      <vt:variant>
        <vt:lpstr>Fonts Used</vt:lpstr>
      </vt:variant>
      <vt:variant>
        <vt:i4>11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35</vt:i4>
      </vt:variant>
    </vt:vector>
  </HeadingPairs>
  <TitlesOfParts>
    <vt:vector size="47" baseType="lpstr">
      <vt:lpstr>Arial</vt:lpstr>
      <vt:lpstr>Courier</vt:lpstr>
      <vt:lpstr>IBM Plex Mono Light</vt:lpstr>
      <vt:lpstr>IBM Plex Mono Text</vt:lpstr>
      <vt:lpstr>IBM Plex Sans</vt:lpstr>
      <vt:lpstr>IBM Plex Sans Light</vt:lpstr>
      <vt:lpstr>IBM Plex Sans Medm</vt:lpstr>
      <vt:lpstr>IBM Plex Sans SemiBold</vt:lpstr>
      <vt:lpstr>IBM Plex Sans Text</vt:lpstr>
      <vt:lpstr>inherit</vt:lpstr>
      <vt:lpstr>Wingdings</vt:lpstr>
      <vt:lpstr>IBM Expert Labs template</vt:lpstr>
      <vt:lpstr>Beyond Built-ins: Supercharging Db2 for z/OS with Custom Routines</vt:lpstr>
      <vt:lpstr>Appetizer </vt:lpstr>
      <vt:lpstr>Appetizer </vt:lpstr>
      <vt:lpstr>Why This Library Exists (2 minutes)</vt:lpstr>
      <vt:lpstr>The Problem</vt:lpstr>
      <vt:lpstr>The Solution</vt:lpstr>
      <vt:lpstr>Value Proposition</vt:lpstr>
      <vt:lpstr>Architecture Overview (2 minutes)</vt:lpstr>
      <vt:lpstr>Four Implementation Types</vt:lpstr>
      <vt:lpstr>Execution Flow</vt:lpstr>
      <vt:lpstr>Quick Installation (3 minutes)</vt:lpstr>
      <vt:lpstr>Prerequisites</vt:lpstr>
      <vt:lpstr>Installation Steps</vt:lpstr>
      <vt:lpstr>Verification</vt:lpstr>
      <vt:lpstr>Critical Security Points (2 minutes)</vt:lpstr>
      <vt:lpstr>Security Models</vt:lpstr>
      <vt:lpstr>Key Security Rules</vt:lpstr>
      <vt:lpstr>Routine Categories (4 minutes)</vt:lpstr>
      <vt:lpstr>Data Type Conversion Safe type conversion and encoding </vt:lpstr>
      <vt:lpstr>String Processing Pattern matching and manipulation</vt:lpstr>
      <vt:lpstr>System Integration Access z/OS system information </vt:lpstr>
      <vt:lpstr>Database Utilities Automate common DBA tasks and make them easier accessible for end users </vt:lpstr>
      <vt:lpstr>CSV Unload: Purpose &amp; Technical Objectives</vt:lpstr>
      <vt:lpstr>CSV Unload: Usage</vt:lpstr>
      <vt:lpstr>Performance and Monitoring (1 minute)</vt:lpstr>
      <vt:lpstr>Performance Tips</vt:lpstr>
      <vt:lpstr>Typical Performance</vt:lpstr>
      <vt:lpstr>Quick Troubleshooting (1 minute)</vt:lpstr>
      <vt:lpstr>Common Issues &amp; Fixes</vt:lpstr>
      <vt:lpstr>Demo Preparation Checklist</vt:lpstr>
      <vt:lpstr>Before Demos (5 minutes setup)</vt:lpstr>
      <vt:lpstr>Demo Sequence (30 minutes)</vt:lpstr>
      <vt:lpstr>Quick Reference</vt:lpstr>
      <vt:lpstr>Quick reference – all functions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app0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Beyond Built-ins: Supercharging Db2 for z/OS with Custom Routines</dc:title>
  <dc:creator>Technical Documentation Team</dc:creator>
  <cp:keywords/>
  <cp:lastModifiedBy>Uli Seelbach</cp:lastModifiedBy>
  <cp:revision>12</cp:revision>
  <dcterms:created xsi:type="dcterms:W3CDTF">2026-06-09T10:56:26Z</dcterms:created>
  <dcterms:modified xsi:type="dcterms:W3CDTF">2026-06-12T14:20:40Z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octype">
    <vt:lpwstr>article</vt:lpwstr>
  </property>
  <property fmtid="{D5CDD505-2E9C-101B-9397-08002B2CF9AE}" pid="3" name="icons">
    <vt:lpwstr>font</vt:lpwstr>
  </property>
  <property fmtid="{D5CDD505-2E9C-101B-9397-08002B2CF9AE}" pid="4" name="revdate">
    <vt:lpwstr>2026-06-08</vt:lpwstr>
  </property>
  <property fmtid="{D5CDD505-2E9C-101B-9397-08002B2CF9AE}" pid="5" name="source-highlighter">
    <vt:lpwstr>rouge</vt:lpwstr>
  </property>
  <property fmtid="{D5CDD505-2E9C-101B-9397-08002B2CF9AE}" pid="6" name="subtitle">
    <vt:lpwstr>A DBA's Guide to Functions IBM Forgot to Include</vt:lpwstr>
  </property>
  <property fmtid="{D5CDD505-2E9C-101B-9397-08002B2CF9AE}" pid="7" name="toc">
    <vt:lpwstr>left</vt:lpwstr>
  </property>
  <property fmtid="{D5CDD505-2E9C-101B-9397-08002B2CF9AE}" pid="8" name="toclevels">
    <vt:lpwstr>2</vt:lpwstr>
  </property>
</Properties>
</file>