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777" y="6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'^(EMP|DEPT)$',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162 04:01:04.66 DSNUGUTC - OUTPUT START FOR UTILITY, UTILID = UTIL35625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162 04:01:04.67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04:01:04.68 DSNUGUTC -  LISTDEF RSLIST INCLUDE TABLE DSN81310."DEPT" INCLUDE TABLE DSN81310."EMP"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DSNU1035I   162 04:01:04.69 DSNUILDR - LISTDEF STATEMENT PROCESSED SUCCESSFULLY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04:01:04.69 DSNUGUTC -  RUNSTATS TABLESPACE LIST RSLIST TABLE USE PROFILE SORTDEVT SYSALLDA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</a:t>
            </a:r>
            <a:r>
              <a:rPr lang="en-DE" dirty="0"/>
              <a:t> </a:t>
            </a:r>
            <a:r>
              <a:rPr dirty="0"/>
              <a:t>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COBOL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program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read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flat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Submit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JCL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manually,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string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parsing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REGEX_MATCHES(column,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Multiple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utility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REGEX_MATCHES(email,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Returns: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banana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%s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has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$%.2f'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name,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APF-authorized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RACF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Read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flat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with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complex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latin typeface="IBM Plex Mono Light" panose="020B0409050203000203" pitchFamily="49" charset="0"/>
              </a:rPr>
              <a:t>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</a:t>
            </a:r>
            <a:r>
              <a:rPr lang="en-DE" sz="1200" b="1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latin typeface="IBM Plex Mono Light" panose="020B0409050203000203" pitchFamily="49" charset="0"/>
              </a:rPr>
              <a:t>Ready: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APF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list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query,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profile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lookup,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flat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Run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statistics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multiple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SHRLEVEL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Copy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across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Submit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JCL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capture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JOB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EXEC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EMPNO,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LASTNAME,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C1,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C2,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C3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 </a:t>
            </a:r>
            <a:r>
              <a:rPr lang="en-DE" sz="1100" dirty="0">
                <a:latin typeface="Courier"/>
              </a:rPr>
              <a:t>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target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139741"/>
              </p:ext>
            </p:extLst>
          </p:nvPr>
        </p:nvGraphicFramePr>
        <p:xfrm>
          <a:off x="215999" y="660816"/>
          <a:ext cx="8583798" cy="402210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3366</TotalTime>
  <Words>2486</Words>
  <Application>Microsoft Office PowerPoint</Application>
  <PresentationFormat>On-screen Show (16:9)</PresentationFormat>
  <Paragraphs>355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16</cp:revision>
  <dcterms:created xsi:type="dcterms:W3CDTF">2026-06-09T10:56:26Z</dcterms:created>
  <dcterms:modified xsi:type="dcterms:W3CDTF">2026-06-15T15:43:21Z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